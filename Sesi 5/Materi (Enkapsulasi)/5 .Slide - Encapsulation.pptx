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embeddedFontLst>
    <p:embeddedFont>
      <p:font typeface="Consolas" panose="020B0609020204030204" pitchFamily="49" charset="0"/>
      <p:regular r:id="rId17"/>
      <p:bold r:id="rId18"/>
      <p:italic r:id="rId19"/>
      <p:boldItalic r:id="rId20"/>
    </p:embeddedFont>
    <p:embeddedFont>
      <p:font typeface="Gill Sans MT Condensed" panose="020B0506020104020203" pitchFamily="34" charset="77"/>
      <p:regular r:id="rId21"/>
    </p:embeddedFont>
    <p:embeddedFont>
      <p:font typeface="Quattrocento Sans" panose="020B0502050000020003" pitchFamily="34" charset="0"/>
      <p:regular r:id="rId22"/>
      <p:bold r:id="rId23"/>
      <p:italic r:id="rId24"/>
      <p:boldItalic r:id="rId25"/>
    </p:embeddedFont>
    <p:embeddedFont>
      <p:font typeface="Roboto" panose="02000000000000000000" pitchFamily="2" charset="0"/>
      <p:regular r:id="rId26"/>
      <p:bold r:id="rId27"/>
      <p:italic r:id="rId28"/>
      <p:boldItalic r:id="rId29"/>
    </p:embeddedFont>
    <p:embeddedFont>
      <p:font typeface="Segoe UI Light" panose="020B0502040204020203" pitchFamily="34" charset="0"/>
      <p:regular r:id="rId30"/>
      <p:italic r:id="rId31"/>
    </p:embeddedFont>
    <p:embeddedFont>
      <p:font typeface="Segoe UI Semibold" panose="020B0502040204020203" pitchFamily="34" charset="0"/>
      <p:regular r:id="rId32"/>
      <p:bold r:id="rId33"/>
      <p:italic r:id="rId34"/>
      <p:boldItalic r:id="rId35"/>
    </p:embeddedFont>
  </p:embeddedFontLst>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gem3Mgl6GG/KcQkeETFZCY/OGbJ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90"/>
  </p:normalViewPr>
  <p:slideViewPr>
    <p:cSldViewPr snapToGrid="0">
      <p:cViewPr>
        <p:scale>
          <a:sx n="116" d="100"/>
          <a:sy n="116" d="100"/>
        </p:scale>
        <p:origin x="144" y="19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theme" Target="theme/theme1.xml"/><Relationship Id="rId21" Type="http://schemas.openxmlformats.org/officeDocument/2006/relationships/font" Target="fonts/font5.fntdata"/><Relationship Id="rId34" Type="http://schemas.openxmlformats.org/officeDocument/2006/relationships/font" Target="fonts/font1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8" Type="http://schemas.openxmlformats.org/officeDocument/2006/relationships/slide" Target="slides/slide7.xml"/><Relationship Id="rId3" Type="http://schemas.openxmlformats.org/officeDocument/2006/relationships/slide" Target="slides/slide2.xml"/></Relationships>
</file>

<file path=ppt/diagrams/_rels/data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9B903A-689B-4B20-AA84-EBFB4A6F355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94306BC-4A42-4066-827A-693015A3CE00}">
      <dgm:prSet/>
      <dgm:spPr/>
      <dgm:t>
        <a:bodyPr/>
        <a:lstStyle/>
        <a:p>
          <a:r>
            <a:rPr lang="en-US"/>
            <a:t>Secara Teknik dalam enkapsulasi data, method, atau variable dalam suatu class disembunyikan dari class lain dan hanya bisa diakses dikelas itu sendiri.</a:t>
          </a:r>
        </a:p>
      </dgm:t>
    </dgm:pt>
    <dgm:pt modelId="{6DE152D8-95AF-40D8-B9C9-542BE9B0D727}" type="parTrans" cxnId="{7B1EFF3E-6E93-40A6-B185-DEF33F6FEBFC}">
      <dgm:prSet/>
      <dgm:spPr/>
      <dgm:t>
        <a:bodyPr/>
        <a:lstStyle/>
        <a:p>
          <a:endParaRPr lang="en-US"/>
        </a:p>
      </dgm:t>
    </dgm:pt>
    <dgm:pt modelId="{DB398B0A-B5F5-4CBE-9F13-4578CCB916D8}" type="sibTrans" cxnId="{7B1EFF3E-6E93-40A6-B185-DEF33F6FEBFC}">
      <dgm:prSet/>
      <dgm:spPr/>
      <dgm:t>
        <a:bodyPr/>
        <a:lstStyle/>
        <a:p>
          <a:endParaRPr lang="en-US"/>
        </a:p>
      </dgm:t>
    </dgm:pt>
    <dgm:pt modelId="{210D5D74-09B1-49B5-B5B3-6207962A0D7A}">
      <dgm:prSet/>
      <dgm:spPr/>
      <dgm:t>
        <a:bodyPr/>
        <a:lstStyle/>
        <a:p>
          <a:r>
            <a:rPr lang="en-US"/>
            <a:t>Teknik penyembunyian variable, data atau method yang hanya bisa diakses oleh anggota dalam class itu sendiri menggunakan keyword “private”, dan ketika kelas itu diakses oleh kelas lain, maka bagian-bagian tersebut tidak bisa diakses secara langsung. Ini dilakukan agar data yang kita buat aman dari proses injeksi, dan perubahan nilai yang tidak seharusnya.</a:t>
          </a:r>
        </a:p>
      </dgm:t>
    </dgm:pt>
    <dgm:pt modelId="{B5244806-E14A-42DA-8166-56E8F912836E}" type="parTrans" cxnId="{67156AF0-CD54-4F94-BD61-F6889A4AFA9C}">
      <dgm:prSet/>
      <dgm:spPr/>
      <dgm:t>
        <a:bodyPr/>
        <a:lstStyle/>
        <a:p>
          <a:endParaRPr lang="en-US"/>
        </a:p>
      </dgm:t>
    </dgm:pt>
    <dgm:pt modelId="{D739677E-53A2-438D-943A-9D49D8DD7B67}" type="sibTrans" cxnId="{67156AF0-CD54-4F94-BD61-F6889A4AFA9C}">
      <dgm:prSet/>
      <dgm:spPr/>
      <dgm:t>
        <a:bodyPr/>
        <a:lstStyle/>
        <a:p>
          <a:endParaRPr lang="en-US"/>
        </a:p>
      </dgm:t>
    </dgm:pt>
    <dgm:pt modelId="{5921BE5C-7349-458E-8591-6C1BEED1F5E2}">
      <dgm:prSet/>
      <dgm:spPr/>
      <dgm:t>
        <a:bodyPr/>
        <a:lstStyle/>
        <a:p>
          <a:r>
            <a:rPr lang="en-US"/>
            <a:t>Dalam implementasinya kita bisa menggunakan metode abstraksi yang akan kita pelajari di pertemuan selanjutnya.</a:t>
          </a:r>
        </a:p>
      </dgm:t>
    </dgm:pt>
    <dgm:pt modelId="{FD054E0C-3F0E-4907-B64E-F78769861EA7}" type="parTrans" cxnId="{908D0805-E205-45D7-9388-8F68D0D15326}">
      <dgm:prSet/>
      <dgm:spPr/>
      <dgm:t>
        <a:bodyPr/>
        <a:lstStyle/>
        <a:p>
          <a:endParaRPr lang="en-US"/>
        </a:p>
      </dgm:t>
    </dgm:pt>
    <dgm:pt modelId="{4CFADF81-C87B-4DC0-9E2D-026FBEB49D60}" type="sibTrans" cxnId="{908D0805-E205-45D7-9388-8F68D0D15326}">
      <dgm:prSet/>
      <dgm:spPr/>
      <dgm:t>
        <a:bodyPr/>
        <a:lstStyle/>
        <a:p>
          <a:endParaRPr lang="en-US"/>
        </a:p>
      </dgm:t>
    </dgm:pt>
    <dgm:pt modelId="{367E0892-2A7D-417C-8C11-97D45EE797DA}">
      <dgm:prSet/>
      <dgm:spPr/>
      <dgm:t>
        <a:bodyPr/>
        <a:lstStyle/>
        <a:p>
          <a:r>
            <a:rPr lang="en-US"/>
            <a:t>Untuk mengimplementasi Teknik ini lebih mudah kita menggunakan Setter dan Getter</a:t>
          </a:r>
        </a:p>
      </dgm:t>
    </dgm:pt>
    <dgm:pt modelId="{E9E9682A-501A-46A3-968C-AA573B6EDA11}" type="parTrans" cxnId="{85FA1F90-CA65-476C-8F7A-E6C348FCFF65}">
      <dgm:prSet/>
      <dgm:spPr/>
      <dgm:t>
        <a:bodyPr/>
        <a:lstStyle/>
        <a:p>
          <a:endParaRPr lang="en-US"/>
        </a:p>
      </dgm:t>
    </dgm:pt>
    <dgm:pt modelId="{BC74D91D-B5AC-4254-9D51-FB5B135EEB97}" type="sibTrans" cxnId="{85FA1F90-CA65-476C-8F7A-E6C348FCFF65}">
      <dgm:prSet/>
      <dgm:spPr/>
      <dgm:t>
        <a:bodyPr/>
        <a:lstStyle/>
        <a:p>
          <a:endParaRPr lang="en-US"/>
        </a:p>
      </dgm:t>
    </dgm:pt>
    <dgm:pt modelId="{8FBFF622-E912-0D46-A4C8-7B710A0892B0}" type="pres">
      <dgm:prSet presAssocID="{969B903A-689B-4B20-AA84-EBFB4A6F355C}" presName="linear" presStyleCnt="0">
        <dgm:presLayoutVars>
          <dgm:animLvl val="lvl"/>
          <dgm:resizeHandles val="exact"/>
        </dgm:presLayoutVars>
      </dgm:prSet>
      <dgm:spPr/>
    </dgm:pt>
    <dgm:pt modelId="{2CB4252C-65F9-B945-AC6E-90909F4BD067}" type="pres">
      <dgm:prSet presAssocID="{694306BC-4A42-4066-827A-693015A3CE00}" presName="parentText" presStyleLbl="node1" presStyleIdx="0" presStyleCnt="4">
        <dgm:presLayoutVars>
          <dgm:chMax val="0"/>
          <dgm:bulletEnabled val="1"/>
        </dgm:presLayoutVars>
      </dgm:prSet>
      <dgm:spPr/>
    </dgm:pt>
    <dgm:pt modelId="{C9CB6D3C-1F15-F249-885C-5ACB4E135325}" type="pres">
      <dgm:prSet presAssocID="{DB398B0A-B5F5-4CBE-9F13-4578CCB916D8}" presName="spacer" presStyleCnt="0"/>
      <dgm:spPr/>
    </dgm:pt>
    <dgm:pt modelId="{94E7391C-203C-3348-905C-8AF5983440F6}" type="pres">
      <dgm:prSet presAssocID="{210D5D74-09B1-49B5-B5B3-6207962A0D7A}" presName="parentText" presStyleLbl="node1" presStyleIdx="1" presStyleCnt="4">
        <dgm:presLayoutVars>
          <dgm:chMax val="0"/>
          <dgm:bulletEnabled val="1"/>
        </dgm:presLayoutVars>
      </dgm:prSet>
      <dgm:spPr/>
    </dgm:pt>
    <dgm:pt modelId="{26FDB131-FF9B-C147-9CD4-631894E9BFB0}" type="pres">
      <dgm:prSet presAssocID="{D739677E-53A2-438D-943A-9D49D8DD7B67}" presName="spacer" presStyleCnt="0"/>
      <dgm:spPr/>
    </dgm:pt>
    <dgm:pt modelId="{9DCDF2CB-7FB4-0940-BB24-E87AC95A14C2}" type="pres">
      <dgm:prSet presAssocID="{5921BE5C-7349-458E-8591-6C1BEED1F5E2}" presName="parentText" presStyleLbl="node1" presStyleIdx="2" presStyleCnt="4">
        <dgm:presLayoutVars>
          <dgm:chMax val="0"/>
          <dgm:bulletEnabled val="1"/>
        </dgm:presLayoutVars>
      </dgm:prSet>
      <dgm:spPr/>
    </dgm:pt>
    <dgm:pt modelId="{D167D97C-7F30-574B-B216-3C02407CAB42}" type="pres">
      <dgm:prSet presAssocID="{4CFADF81-C87B-4DC0-9E2D-026FBEB49D60}" presName="spacer" presStyleCnt="0"/>
      <dgm:spPr/>
    </dgm:pt>
    <dgm:pt modelId="{E8055260-0F99-1244-85A9-500B0B814D67}" type="pres">
      <dgm:prSet presAssocID="{367E0892-2A7D-417C-8C11-97D45EE797DA}" presName="parentText" presStyleLbl="node1" presStyleIdx="3" presStyleCnt="4">
        <dgm:presLayoutVars>
          <dgm:chMax val="0"/>
          <dgm:bulletEnabled val="1"/>
        </dgm:presLayoutVars>
      </dgm:prSet>
      <dgm:spPr/>
    </dgm:pt>
  </dgm:ptLst>
  <dgm:cxnLst>
    <dgm:cxn modelId="{908D0805-E205-45D7-9388-8F68D0D15326}" srcId="{969B903A-689B-4B20-AA84-EBFB4A6F355C}" destId="{5921BE5C-7349-458E-8591-6C1BEED1F5E2}" srcOrd="2" destOrd="0" parTransId="{FD054E0C-3F0E-4907-B64E-F78769861EA7}" sibTransId="{4CFADF81-C87B-4DC0-9E2D-026FBEB49D60}"/>
    <dgm:cxn modelId="{743E7B23-376F-304E-A7A6-B481F2B345D0}" type="presOf" srcId="{694306BC-4A42-4066-827A-693015A3CE00}" destId="{2CB4252C-65F9-B945-AC6E-90909F4BD067}" srcOrd="0" destOrd="0" presId="urn:microsoft.com/office/officeart/2005/8/layout/vList2"/>
    <dgm:cxn modelId="{350FCD30-C244-5C46-8B96-33A75F9CAA7D}" type="presOf" srcId="{367E0892-2A7D-417C-8C11-97D45EE797DA}" destId="{E8055260-0F99-1244-85A9-500B0B814D67}" srcOrd="0" destOrd="0" presId="urn:microsoft.com/office/officeart/2005/8/layout/vList2"/>
    <dgm:cxn modelId="{7B1EFF3E-6E93-40A6-B185-DEF33F6FEBFC}" srcId="{969B903A-689B-4B20-AA84-EBFB4A6F355C}" destId="{694306BC-4A42-4066-827A-693015A3CE00}" srcOrd="0" destOrd="0" parTransId="{6DE152D8-95AF-40D8-B9C9-542BE9B0D727}" sibTransId="{DB398B0A-B5F5-4CBE-9F13-4578CCB916D8}"/>
    <dgm:cxn modelId="{AC235B87-CC38-9C4D-A58D-4B48AB483239}" type="presOf" srcId="{969B903A-689B-4B20-AA84-EBFB4A6F355C}" destId="{8FBFF622-E912-0D46-A4C8-7B710A0892B0}" srcOrd="0" destOrd="0" presId="urn:microsoft.com/office/officeart/2005/8/layout/vList2"/>
    <dgm:cxn modelId="{85FA1F90-CA65-476C-8F7A-E6C348FCFF65}" srcId="{969B903A-689B-4B20-AA84-EBFB4A6F355C}" destId="{367E0892-2A7D-417C-8C11-97D45EE797DA}" srcOrd="3" destOrd="0" parTransId="{E9E9682A-501A-46A3-968C-AA573B6EDA11}" sibTransId="{BC74D91D-B5AC-4254-9D51-FB5B135EEB97}"/>
    <dgm:cxn modelId="{97F13E90-77A8-164A-843B-52C95E383C8D}" type="presOf" srcId="{5921BE5C-7349-458E-8591-6C1BEED1F5E2}" destId="{9DCDF2CB-7FB4-0940-BB24-E87AC95A14C2}" srcOrd="0" destOrd="0" presId="urn:microsoft.com/office/officeart/2005/8/layout/vList2"/>
    <dgm:cxn modelId="{67156AF0-CD54-4F94-BD61-F6889A4AFA9C}" srcId="{969B903A-689B-4B20-AA84-EBFB4A6F355C}" destId="{210D5D74-09B1-49B5-B5B3-6207962A0D7A}" srcOrd="1" destOrd="0" parTransId="{B5244806-E14A-42DA-8166-56E8F912836E}" sibTransId="{D739677E-53A2-438D-943A-9D49D8DD7B67}"/>
    <dgm:cxn modelId="{4463B9F3-F150-F14D-9861-24549BE8B47C}" type="presOf" srcId="{210D5D74-09B1-49B5-B5B3-6207962A0D7A}" destId="{94E7391C-203C-3348-905C-8AF5983440F6}" srcOrd="0" destOrd="0" presId="urn:microsoft.com/office/officeart/2005/8/layout/vList2"/>
    <dgm:cxn modelId="{A632E799-25E6-B04D-903E-F302EC2C3B2C}" type="presParOf" srcId="{8FBFF622-E912-0D46-A4C8-7B710A0892B0}" destId="{2CB4252C-65F9-B945-AC6E-90909F4BD067}" srcOrd="0" destOrd="0" presId="urn:microsoft.com/office/officeart/2005/8/layout/vList2"/>
    <dgm:cxn modelId="{F34FFCD0-9E6E-3F45-873B-F4EBDDE7E6A8}" type="presParOf" srcId="{8FBFF622-E912-0D46-A4C8-7B710A0892B0}" destId="{C9CB6D3C-1F15-F249-885C-5ACB4E135325}" srcOrd="1" destOrd="0" presId="urn:microsoft.com/office/officeart/2005/8/layout/vList2"/>
    <dgm:cxn modelId="{EA66BB31-420C-9D4B-A47D-4E7EC3F6DED7}" type="presParOf" srcId="{8FBFF622-E912-0D46-A4C8-7B710A0892B0}" destId="{94E7391C-203C-3348-905C-8AF5983440F6}" srcOrd="2" destOrd="0" presId="urn:microsoft.com/office/officeart/2005/8/layout/vList2"/>
    <dgm:cxn modelId="{61062A8A-E4AC-6346-9FA7-EA1BB403452B}" type="presParOf" srcId="{8FBFF622-E912-0D46-A4C8-7B710A0892B0}" destId="{26FDB131-FF9B-C147-9CD4-631894E9BFB0}" srcOrd="3" destOrd="0" presId="urn:microsoft.com/office/officeart/2005/8/layout/vList2"/>
    <dgm:cxn modelId="{9C4281DC-FDD3-4444-A02A-141841AF9617}" type="presParOf" srcId="{8FBFF622-E912-0D46-A4C8-7B710A0892B0}" destId="{9DCDF2CB-7FB4-0940-BB24-E87AC95A14C2}" srcOrd="4" destOrd="0" presId="urn:microsoft.com/office/officeart/2005/8/layout/vList2"/>
    <dgm:cxn modelId="{123C791F-7271-4A49-B6E0-C9A8D527FEAF}" type="presParOf" srcId="{8FBFF622-E912-0D46-A4C8-7B710A0892B0}" destId="{D167D97C-7F30-574B-B216-3C02407CAB42}" srcOrd="5" destOrd="0" presId="urn:microsoft.com/office/officeart/2005/8/layout/vList2"/>
    <dgm:cxn modelId="{4BF734FA-8AA7-794A-B6F7-4A4E35AF88D6}" type="presParOf" srcId="{8FBFF622-E912-0D46-A4C8-7B710A0892B0}" destId="{E8055260-0F99-1244-85A9-500B0B814D67}"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AC0394F-AB02-4D32-A8B1-8A1813A5F414}" type="doc">
      <dgm:prSet loTypeId="urn:microsoft.com/office/officeart/2005/8/layout/process4" loCatId="process" qsTypeId="urn:microsoft.com/office/officeart/2005/8/quickstyle/simple2" qsCatId="simple" csTypeId="urn:microsoft.com/office/officeart/2005/8/colors/accent1_2" csCatId="accent1"/>
      <dgm:spPr/>
      <dgm:t>
        <a:bodyPr/>
        <a:lstStyle/>
        <a:p>
          <a:endParaRPr lang="en-US"/>
        </a:p>
      </dgm:t>
    </dgm:pt>
    <dgm:pt modelId="{EDC61D6A-2F84-497F-8C1D-CDB185EFCB8E}">
      <dgm:prSet/>
      <dgm:spPr/>
      <dgm:t>
        <a:bodyPr/>
        <a:lstStyle/>
        <a:p>
          <a:r>
            <a:rPr lang="en-US"/>
            <a:t>Modifier adalah sebuah keyword yang memberikan keterangan tambahan dan ditempatkan di awal deklarasi kelas, konstruktor, atribut, maupun method. Modifier dibagi menjadi dua:</a:t>
          </a:r>
        </a:p>
      </dgm:t>
    </dgm:pt>
    <dgm:pt modelId="{C6C90844-DA0E-4B1A-AB5A-D30E2E54974E}" type="parTrans" cxnId="{A05154E5-0445-427E-BC05-9D5D5ABEC03F}">
      <dgm:prSet/>
      <dgm:spPr/>
      <dgm:t>
        <a:bodyPr/>
        <a:lstStyle/>
        <a:p>
          <a:endParaRPr lang="en-US"/>
        </a:p>
      </dgm:t>
    </dgm:pt>
    <dgm:pt modelId="{7F7E0F4E-6D69-4D1C-BDF4-FB4776804D94}" type="sibTrans" cxnId="{A05154E5-0445-427E-BC05-9D5D5ABEC03F}">
      <dgm:prSet/>
      <dgm:spPr/>
      <dgm:t>
        <a:bodyPr/>
        <a:lstStyle/>
        <a:p>
          <a:endParaRPr lang="en-US"/>
        </a:p>
      </dgm:t>
    </dgm:pt>
    <dgm:pt modelId="{EB61AB56-D956-4DAF-9891-7F7200F39611}">
      <dgm:prSet/>
      <dgm:spPr/>
      <dgm:t>
        <a:bodyPr/>
        <a:lstStyle/>
        <a:p>
          <a:r>
            <a:rPr lang="en-US"/>
            <a:t>Modifier akses (access modifier)</a:t>
          </a:r>
        </a:p>
      </dgm:t>
    </dgm:pt>
    <dgm:pt modelId="{B896ABCC-C7D8-43CF-90C5-8B5FA5FB5088}" type="parTrans" cxnId="{ABC3ECB7-CF84-4E63-ACF4-157007AA6D67}">
      <dgm:prSet/>
      <dgm:spPr/>
      <dgm:t>
        <a:bodyPr/>
        <a:lstStyle/>
        <a:p>
          <a:endParaRPr lang="en-US"/>
        </a:p>
      </dgm:t>
    </dgm:pt>
    <dgm:pt modelId="{3DF39FFE-DE45-4BD2-9EA1-17AD682BC754}" type="sibTrans" cxnId="{ABC3ECB7-CF84-4E63-ACF4-157007AA6D67}">
      <dgm:prSet/>
      <dgm:spPr/>
      <dgm:t>
        <a:bodyPr/>
        <a:lstStyle/>
        <a:p>
          <a:endParaRPr lang="en-US"/>
        </a:p>
      </dgm:t>
    </dgm:pt>
    <dgm:pt modelId="{CE71FE13-4DFD-4D1D-83A8-DADE8C687E7F}">
      <dgm:prSet/>
      <dgm:spPr/>
      <dgm:t>
        <a:bodyPr/>
        <a:lstStyle/>
        <a:p>
          <a:r>
            <a:rPr lang="en-US"/>
            <a:t>Modifier non-akses (non-access modifier)</a:t>
          </a:r>
        </a:p>
      </dgm:t>
    </dgm:pt>
    <dgm:pt modelId="{EA67B206-B016-4D1A-BA9B-B667B4C45FC6}" type="parTrans" cxnId="{56192337-DB26-41F2-BC5C-959FD0EF86C1}">
      <dgm:prSet/>
      <dgm:spPr/>
      <dgm:t>
        <a:bodyPr/>
        <a:lstStyle/>
        <a:p>
          <a:endParaRPr lang="en-US"/>
        </a:p>
      </dgm:t>
    </dgm:pt>
    <dgm:pt modelId="{857E8384-E2FA-481F-BABE-8F5E6ED5D5C6}" type="sibTrans" cxnId="{56192337-DB26-41F2-BC5C-959FD0EF86C1}">
      <dgm:prSet/>
      <dgm:spPr/>
      <dgm:t>
        <a:bodyPr/>
        <a:lstStyle/>
        <a:p>
          <a:endParaRPr lang="en-US"/>
        </a:p>
      </dgm:t>
    </dgm:pt>
    <dgm:pt modelId="{3E492829-F8C0-BD43-A34C-1AF4E878229E}" type="pres">
      <dgm:prSet presAssocID="{4AC0394F-AB02-4D32-A8B1-8A1813A5F414}" presName="Name0" presStyleCnt="0">
        <dgm:presLayoutVars>
          <dgm:dir/>
          <dgm:animLvl val="lvl"/>
          <dgm:resizeHandles val="exact"/>
        </dgm:presLayoutVars>
      </dgm:prSet>
      <dgm:spPr/>
    </dgm:pt>
    <dgm:pt modelId="{9E202B1D-BFFB-114A-810C-C36785842F83}" type="pres">
      <dgm:prSet presAssocID="{EDC61D6A-2F84-497F-8C1D-CDB185EFCB8E}" presName="boxAndChildren" presStyleCnt="0"/>
      <dgm:spPr/>
    </dgm:pt>
    <dgm:pt modelId="{FD30956D-86F1-B64F-B8F4-9B567941DCBD}" type="pres">
      <dgm:prSet presAssocID="{EDC61D6A-2F84-497F-8C1D-CDB185EFCB8E}" presName="parentTextBox" presStyleLbl="node1" presStyleIdx="0" presStyleCnt="1"/>
      <dgm:spPr/>
    </dgm:pt>
    <dgm:pt modelId="{FC0CAD87-D616-6D4D-A01D-18F5059F3478}" type="pres">
      <dgm:prSet presAssocID="{EDC61D6A-2F84-497F-8C1D-CDB185EFCB8E}" presName="entireBox" presStyleLbl="node1" presStyleIdx="0" presStyleCnt="1"/>
      <dgm:spPr/>
    </dgm:pt>
    <dgm:pt modelId="{B1106617-EC37-1244-822A-CCECCE55C702}" type="pres">
      <dgm:prSet presAssocID="{EDC61D6A-2F84-497F-8C1D-CDB185EFCB8E}" presName="descendantBox" presStyleCnt="0"/>
      <dgm:spPr/>
    </dgm:pt>
    <dgm:pt modelId="{5091944C-85CD-8845-8E37-915C57FAF7F3}" type="pres">
      <dgm:prSet presAssocID="{EB61AB56-D956-4DAF-9891-7F7200F39611}" presName="childTextBox" presStyleLbl="fgAccFollowNode1" presStyleIdx="0" presStyleCnt="2">
        <dgm:presLayoutVars>
          <dgm:bulletEnabled val="1"/>
        </dgm:presLayoutVars>
      </dgm:prSet>
      <dgm:spPr/>
    </dgm:pt>
    <dgm:pt modelId="{3FC9B965-9B25-7F41-A5D0-B861388CAC9A}" type="pres">
      <dgm:prSet presAssocID="{CE71FE13-4DFD-4D1D-83A8-DADE8C687E7F}" presName="childTextBox" presStyleLbl="fgAccFollowNode1" presStyleIdx="1" presStyleCnt="2">
        <dgm:presLayoutVars>
          <dgm:bulletEnabled val="1"/>
        </dgm:presLayoutVars>
      </dgm:prSet>
      <dgm:spPr/>
    </dgm:pt>
  </dgm:ptLst>
  <dgm:cxnLst>
    <dgm:cxn modelId="{4FBEB52E-8A8D-6E4A-9707-A0E54A7E5FD0}" type="presOf" srcId="{CE71FE13-4DFD-4D1D-83A8-DADE8C687E7F}" destId="{3FC9B965-9B25-7F41-A5D0-B861388CAC9A}" srcOrd="0" destOrd="0" presId="urn:microsoft.com/office/officeart/2005/8/layout/process4"/>
    <dgm:cxn modelId="{56192337-DB26-41F2-BC5C-959FD0EF86C1}" srcId="{EDC61D6A-2F84-497F-8C1D-CDB185EFCB8E}" destId="{CE71FE13-4DFD-4D1D-83A8-DADE8C687E7F}" srcOrd="1" destOrd="0" parTransId="{EA67B206-B016-4D1A-BA9B-B667B4C45FC6}" sibTransId="{857E8384-E2FA-481F-BABE-8F5E6ED5D5C6}"/>
    <dgm:cxn modelId="{C7AE2FA2-582E-C944-A8F4-C27EE7DDCBF0}" type="presOf" srcId="{EDC61D6A-2F84-497F-8C1D-CDB185EFCB8E}" destId="{FC0CAD87-D616-6D4D-A01D-18F5059F3478}" srcOrd="1" destOrd="0" presId="urn:microsoft.com/office/officeart/2005/8/layout/process4"/>
    <dgm:cxn modelId="{6C1CECA2-DE32-4D47-AAFC-8978BCDBFF34}" type="presOf" srcId="{EDC61D6A-2F84-497F-8C1D-CDB185EFCB8E}" destId="{FD30956D-86F1-B64F-B8F4-9B567941DCBD}" srcOrd="0" destOrd="0" presId="urn:microsoft.com/office/officeart/2005/8/layout/process4"/>
    <dgm:cxn modelId="{ABC3ECB7-CF84-4E63-ACF4-157007AA6D67}" srcId="{EDC61D6A-2F84-497F-8C1D-CDB185EFCB8E}" destId="{EB61AB56-D956-4DAF-9891-7F7200F39611}" srcOrd="0" destOrd="0" parTransId="{B896ABCC-C7D8-43CF-90C5-8B5FA5FB5088}" sibTransId="{3DF39FFE-DE45-4BD2-9EA1-17AD682BC754}"/>
    <dgm:cxn modelId="{581F0AD4-45C4-1540-8067-79B8BD3DB5A1}" type="presOf" srcId="{EB61AB56-D956-4DAF-9891-7F7200F39611}" destId="{5091944C-85CD-8845-8E37-915C57FAF7F3}" srcOrd="0" destOrd="0" presId="urn:microsoft.com/office/officeart/2005/8/layout/process4"/>
    <dgm:cxn modelId="{1E65EADA-48B3-D340-81EA-0D1D56FBEBBE}" type="presOf" srcId="{4AC0394F-AB02-4D32-A8B1-8A1813A5F414}" destId="{3E492829-F8C0-BD43-A34C-1AF4E878229E}" srcOrd="0" destOrd="0" presId="urn:microsoft.com/office/officeart/2005/8/layout/process4"/>
    <dgm:cxn modelId="{A05154E5-0445-427E-BC05-9D5D5ABEC03F}" srcId="{4AC0394F-AB02-4D32-A8B1-8A1813A5F414}" destId="{EDC61D6A-2F84-497F-8C1D-CDB185EFCB8E}" srcOrd="0" destOrd="0" parTransId="{C6C90844-DA0E-4B1A-AB5A-D30E2E54974E}" sibTransId="{7F7E0F4E-6D69-4D1C-BDF4-FB4776804D94}"/>
    <dgm:cxn modelId="{9D336A3E-8911-9143-A4B3-1818F5388DB4}" type="presParOf" srcId="{3E492829-F8C0-BD43-A34C-1AF4E878229E}" destId="{9E202B1D-BFFB-114A-810C-C36785842F83}" srcOrd="0" destOrd="0" presId="urn:microsoft.com/office/officeart/2005/8/layout/process4"/>
    <dgm:cxn modelId="{67A0D64F-1956-8649-BA34-55E8190387CF}" type="presParOf" srcId="{9E202B1D-BFFB-114A-810C-C36785842F83}" destId="{FD30956D-86F1-B64F-B8F4-9B567941DCBD}" srcOrd="0" destOrd="0" presId="urn:microsoft.com/office/officeart/2005/8/layout/process4"/>
    <dgm:cxn modelId="{2996D8A6-AD61-0D42-8F4A-45C5C4AF54B1}" type="presParOf" srcId="{9E202B1D-BFFB-114A-810C-C36785842F83}" destId="{FC0CAD87-D616-6D4D-A01D-18F5059F3478}" srcOrd="1" destOrd="0" presId="urn:microsoft.com/office/officeart/2005/8/layout/process4"/>
    <dgm:cxn modelId="{5B13582D-526C-804E-BA81-188A233FA3B5}" type="presParOf" srcId="{9E202B1D-BFFB-114A-810C-C36785842F83}" destId="{B1106617-EC37-1244-822A-CCECCE55C702}" srcOrd="2" destOrd="0" presId="urn:microsoft.com/office/officeart/2005/8/layout/process4"/>
    <dgm:cxn modelId="{AAA69ED8-BBD8-6647-A431-563AEA0ACFB3}" type="presParOf" srcId="{B1106617-EC37-1244-822A-CCECCE55C702}" destId="{5091944C-85CD-8845-8E37-915C57FAF7F3}" srcOrd="0" destOrd="0" presId="urn:microsoft.com/office/officeart/2005/8/layout/process4"/>
    <dgm:cxn modelId="{EDF38169-4CD3-1043-AFFC-3FD640930728}" type="presParOf" srcId="{B1106617-EC37-1244-822A-CCECCE55C702}" destId="{3FC9B965-9B25-7F41-A5D0-B861388CAC9A}" srcOrd="1"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C0E6D0-597F-4CED-AC3C-A6F19C06451C}"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0CF90D5-E719-4B4C-B79A-6FF1DEC91745}">
      <dgm:prSet/>
      <dgm:spPr/>
      <dgm:t>
        <a:bodyPr/>
        <a:lstStyle/>
        <a:p>
          <a:r>
            <a:rPr lang="en-US" b="0" i="0"/>
            <a:t>Method setter </a:t>
          </a:r>
          <a:r>
            <a:rPr lang="en-US" b="0" i="1"/>
            <a:t>(setter method)</a:t>
          </a:r>
          <a:r>
            <a:rPr lang="en-US" b="0" i="0"/>
            <a:t> adalah method publik yang berfungsi untuk memberikan nilai dari atribut yang bersifat privat. Pada enkapsulasi setiap atribut dapat dibuat privat agar data didalamnya terlindungi. Sebagai gantinya, kita dapat membuat sebuah method publik sebagai jembatan agar obyek lain dapat memberikan nilai dari atribut.</a:t>
          </a:r>
          <a:endParaRPr lang="en-US"/>
        </a:p>
      </dgm:t>
    </dgm:pt>
    <dgm:pt modelId="{5B330162-32E3-4F79-ADF5-19BDD1907832}" type="parTrans" cxnId="{1E900797-4670-4204-82B7-C2976A34B824}">
      <dgm:prSet/>
      <dgm:spPr/>
      <dgm:t>
        <a:bodyPr/>
        <a:lstStyle/>
        <a:p>
          <a:endParaRPr lang="en-US"/>
        </a:p>
      </dgm:t>
    </dgm:pt>
    <dgm:pt modelId="{FD77B903-2C22-4BC9-B838-61035E7BFF77}" type="sibTrans" cxnId="{1E900797-4670-4204-82B7-C2976A34B824}">
      <dgm:prSet/>
      <dgm:spPr/>
      <dgm:t>
        <a:bodyPr/>
        <a:lstStyle/>
        <a:p>
          <a:endParaRPr lang="en-US"/>
        </a:p>
      </dgm:t>
    </dgm:pt>
    <dgm:pt modelId="{BCD580D7-1AFF-4E62-9AFB-E21FA61FBA18}">
      <dgm:prSet/>
      <dgm:spPr/>
      <dgm:t>
        <a:bodyPr/>
        <a:lstStyle/>
        <a:p>
          <a:r>
            <a:rPr lang="en-US" b="0" i="0"/>
            <a:t>Berkebalikan dengan method setter, method getter (getter method) adalah method yang berfungsi untuk mendapatkan nilai dari atribut privat.</a:t>
          </a:r>
          <a:endParaRPr lang="en-US"/>
        </a:p>
      </dgm:t>
    </dgm:pt>
    <dgm:pt modelId="{FB6F1773-2FAC-40DE-8C98-8BD5E83F7881}" type="parTrans" cxnId="{C7E87229-EB55-479A-9413-5AFA73FFA2B7}">
      <dgm:prSet/>
      <dgm:spPr/>
      <dgm:t>
        <a:bodyPr/>
        <a:lstStyle/>
        <a:p>
          <a:endParaRPr lang="en-US"/>
        </a:p>
      </dgm:t>
    </dgm:pt>
    <dgm:pt modelId="{5EDBA6E1-9108-41B5-95F0-169B63816D1E}" type="sibTrans" cxnId="{C7E87229-EB55-479A-9413-5AFA73FFA2B7}">
      <dgm:prSet/>
      <dgm:spPr/>
      <dgm:t>
        <a:bodyPr/>
        <a:lstStyle/>
        <a:p>
          <a:endParaRPr lang="en-US"/>
        </a:p>
      </dgm:t>
    </dgm:pt>
    <dgm:pt modelId="{93D9DDCD-0026-4045-8CDB-DB9746617276}" type="pres">
      <dgm:prSet presAssocID="{3DC0E6D0-597F-4CED-AC3C-A6F19C06451C}" presName="root" presStyleCnt="0">
        <dgm:presLayoutVars>
          <dgm:dir/>
          <dgm:resizeHandles val="exact"/>
        </dgm:presLayoutVars>
      </dgm:prSet>
      <dgm:spPr/>
    </dgm:pt>
    <dgm:pt modelId="{2409513E-923B-415F-A374-66ACEA66F862}" type="pres">
      <dgm:prSet presAssocID="{F0CF90D5-E719-4B4C-B79A-6FF1DEC91745}" presName="compNode" presStyleCnt="0"/>
      <dgm:spPr/>
    </dgm:pt>
    <dgm:pt modelId="{9CFE7215-91C0-413F-98FF-E905A971F374}" type="pres">
      <dgm:prSet presAssocID="{F0CF90D5-E719-4B4C-B79A-6FF1DEC91745}" presName="bgRect" presStyleLbl="bgShp" presStyleIdx="0" presStyleCnt="2"/>
      <dgm:spPr/>
    </dgm:pt>
    <dgm:pt modelId="{D113BB2F-B684-41A7-BA6C-ECB9C6FDE729}" type="pres">
      <dgm:prSet presAssocID="{F0CF90D5-E719-4B4C-B79A-6FF1DEC9174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6E9E6B57-66DE-44AD-B709-A59870A54DEA}" type="pres">
      <dgm:prSet presAssocID="{F0CF90D5-E719-4B4C-B79A-6FF1DEC91745}" presName="spaceRect" presStyleCnt="0"/>
      <dgm:spPr/>
    </dgm:pt>
    <dgm:pt modelId="{8105FDD3-8783-4162-832F-47140AFF4309}" type="pres">
      <dgm:prSet presAssocID="{F0CF90D5-E719-4B4C-B79A-6FF1DEC91745}" presName="parTx" presStyleLbl="revTx" presStyleIdx="0" presStyleCnt="2">
        <dgm:presLayoutVars>
          <dgm:chMax val="0"/>
          <dgm:chPref val="0"/>
        </dgm:presLayoutVars>
      </dgm:prSet>
      <dgm:spPr/>
    </dgm:pt>
    <dgm:pt modelId="{1B746DA2-3738-4DC9-96D4-98143AD1C0BF}" type="pres">
      <dgm:prSet presAssocID="{FD77B903-2C22-4BC9-B838-61035E7BFF77}" presName="sibTrans" presStyleCnt="0"/>
      <dgm:spPr/>
    </dgm:pt>
    <dgm:pt modelId="{6D839388-E513-42A8-88A7-4AD91C31B4C1}" type="pres">
      <dgm:prSet presAssocID="{BCD580D7-1AFF-4E62-9AFB-E21FA61FBA18}" presName="compNode" presStyleCnt="0"/>
      <dgm:spPr/>
    </dgm:pt>
    <dgm:pt modelId="{7F331BD8-0F08-46F9-818D-035499D9DC93}" type="pres">
      <dgm:prSet presAssocID="{BCD580D7-1AFF-4E62-9AFB-E21FA61FBA18}" presName="bgRect" presStyleLbl="bgShp" presStyleIdx="1" presStyleCnt="2"/>
      <dgm:spPr/>
    </dgm:pt>
    <dgm:pt modelId="{C159DDDC-3D63-442C-B8A5-CBB740708D42}" type="pres">
      <dgm:prSet presAssocID="{BCD580D7-1AFF-4E62-9AFB-E21FA61FBA1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esentation with Checklist"/>
        </a:ext>
      </dgm:extLst>
    </dgm:pt>
    <dgm:pt modelId="{CFB05AE5-B8FA-44E2-92E5-1E5BBD9448C4}" type="pres">
      <dgm:prSet presAssocID="{BCD580D7-1AFF-4E62-9AFB-E21FA61FBA18}" presName="spaceRect" presStyleCnt="0"/>
      <dgm:spPr/>
    </dgm:pt>
    <dgm:pt modelId="{6C05BA81-4F54-44FD-B0D4-A1CF018DB4FE}" type="pres">
      <dgm:prSet presAssocID="{BCD580D7-1AFF-4E62-9AFB-E21FA61FBA18}" presName="parTx" presStyleLbl="revTx" presStyleIdx="1" presStyleCnt="2">
        <dgm:presLayoutVars>
          <dgm:chMax val="0"/>
          <dgm:chPref val="0"/>
        </dgm:presLayoutVars>
      </dgm:prSet>
      <dgm:spPr/>
    </dgm:pt>
  </dgm:ptLst>
  <dgm:cxnLst>
    <dgm:cxn modelId="{1CDA180F-A398-406E-9461-FA9F71AF65F3}" type="presOf" srcId="{F0CF90D5-E719-4B4C-B79A-6FF1DEC91745}" destId="{8105FDD3-8783-4162-832F-47140AFF4309}" srcOrd="0" destOrd="0" presId="urn:microsoft.com/office/officeart/2018/2/layout/IconVerticalSolidList"/>
    <dgm:cxn modelId="{C7E87229-EB55-479A-9413-5AFA73FFA2B7}" srcId="{3DC0E6D0-597F-4CED-AC3C-A6F19C06451C}" destId="{BCD580D7-1AFF-4E62-9AFB-E21FA61FBA18}" srcOrd="1" destOrd="0" parTransId="{FB6F1773-2FAC-40DE-8C98-8BD5E83F7881}" sibTransId="{5EDBA6E1-9108-41B5-95F0-169B63816D1E}"/>
    <dgm:cxn modelId="{0D487731-48D0-447E-BCDF-EFB247C34608}" type="presOf" srcId="{3DC0E6D0-597F-4CED-AC3C-A6F19C06451C}" destId="{93D9DDCD-0026-4045-8CDB-DB9746617276}" srcOrd="0" destOrd="0" presId="urn:microsoft.com/office/officeart/2018/2/layout/IconVerticalSolidList"/>
    <dgm:cxn modelId="{1E900797-4670-4204-82B7-C2976A34B824}" srcId="{3DC0E6D0-597F-4CED-AC3C-A6F19C06451C}" destId="{F0CF90D5-E719-4B4C-B79A-6FF1DEC91745}" srcOrd="0" destOrd="0" parTransId="{5B330162-32E3-4F79-ADF5-19BDD1907832}" sibTransId="{FD77B903-2C22-4BC9-B838-61035E7BFF77}"/>
    <dgm:cxn modelId="{F2020CC4-CD8F-40D7-9236-4783B7E85553}" type="presOf" srcId="{BCD580D7-1AFF-4E62-9AFB-E21FA61FBA18}" destId="{6C05BA81-4F54-44FD-B0D4-A1CF018DB4FE}" srcOrd="0" destOrd="0" presId="urn:microsoft.com/office/officeart/2018/2/layout/IconVerticalSolidList"/>
    <dgm:cxn modelId="{DA7BB5C7-74BD-4FAF-AA9D-368852FBB227}" type="presParOf" srcId="{93D9DDCD-0026-4045-8CDB-DB9746617276}" destId="{2409513E-923B-415F-A374-66ACEA66F862}" srcOrd="0" destOrd="0" presId="urn:microsoft.com/office/officeart/2018/2/layout/IconVerticalSolidList"/>
    <dgm:cxn modelId="{B6769D6C-0BD8-4A21-966F-B4264A16BAF7}" type="presParOf" srcId="{2409513E-923B-415F-A374-66ACEA66F862}" destId="{9CFE7215-91C0-413F-98FF-E905A971F374}" srcOrd="0" destOrd="0" presId="urn:microsoft.com/office/officeart/2018/2/layout/IconVerticalSolidList"/>
    <dgm:cxn modelId="{5DAF1AAD-58F5-432F-8E9F-468D65FEF543}" type="presParOf" srcId="{2409513E-923B-415F-A374-66ACEA66F862}" destId="{D113BB2F-B684-41A7-BA6C-ECB9C6FDE729}" srcOrd="1" destOrd="0" presId="urn:microsoft.com/office/officeart/2018/2/layout/IconVerticalSolidList"/>
    <dgm:cxn modelId="{8B8F094E-A4FE-41BD-9D2F-99D88B829F4D}" type="presParOf" srcId="{2409513E-923B-415F-A374-66ACEA66F862}" destId="{6E9E6B57-66DE-44AD-B709-A59870A54DEA}" srcOrd="2" destOrd="0" presId="urn:microsoft.com/office/officeart/2018/2/layout/IconVerticalSolidList"/>
    <dgm:cxn modelId="{0EF0F711-D632-4192-8E29-6DA7DCB258A2}" type="presParOf" srcId="{2409513E-923B-415F-A374-66ACEA66F862}" destId="{8105FDD3-8783-4162-832F-47140AFF4309}" srcOrd="3" destOrd="0" presId="urn:microsoft.com/office/officeart/2018/2/layout/IconVerticalSolidList"/>
    <dgm:cxn modelId="{193DB24A-8D36-4EE3-8FC3-708EA48DC1B2}" type="presParOf" srcId="{93D9DDCD-0026-4045-8CDB-DB9746617276}" destId="{1B746DA2-3738-4DC9-96D4-98143AD1C0BF}" srcOrd="1" destOrd="0" presId="urn:microsoft.com/office/officeart/2018/2/layout/IconVerticalSolidList"/>
    <dgm:cxn modelId="{850EABAB-3B8F-42A9-BD24-7F75E072AAE4}" type="presParOf" srcId="{93D9DDCD-0026-4045-8CDB-DB9746617276}" destId="{6D839388-E513-42A8-88A7-4AD91C31B4C1}" srcOrd="2" destOrd="0" presId="urn:microsoft.com/office/officeart/2018/2/layout/IconVerticalSolidList"/>
    <dgm:cxn modelId="{7CBC4109-37EA-488A-96B8-E0351ED99613}" type="presParOf" srcId="{6D839388-E513-42A8-88A7-4AD91C31B4C1}" destId="{7F331BD8-0F08-46F9-818D-035499D9DC93}" srcOrd="0" destOrd="0" presId="urn:microsoft.com/office/officeart/2018/2/layout/IconVerticalSolidList"/>
    <dgm:cxn modelId="{C2591CB3-8A5B-49C4-873A-1143532EABF1}" type="presParOf" srcId="{6D839388-E513-42A8-88A7-4AD91C31B4C1}" destId="{C159DDDC-3D63-442C-B8A5-CBB740708D42}" srcOrd="1" destOrd="0" presId="urn:microsoft.com/office/officeart/2018/2/layout/IconVerticalSolidList"/>
    <dgm:cxn modelId="{CDCE73B8-95EF-442E-A069-24509475237B}" type="presParOf" srcId="{6D839388-E513-42A8-88A7-4AD91C31B4C1}" destId="{CFB05AE5-B8FA-44E2-92E5-1E5BBD9448C4}" srcOrd="2" destOrd="0" presId="urn:microsoft.com/office/officeart/2018/2/layout/IconVerticalSolidList"/>
    <dgm:cxn modelId="{FBA5B692-E2C6-4E18-A622-999A13F95E22}" type="presParOf" srcId="{6D839388-E513-42A8-88A7-4AD91C31B4C1}" destId="{6C05BA81-4F54-44FD-B0D4-A1CF018DB4F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DF512E6-AFB6-4F58-B7D4-0063548D4A95}" type="doc">
      <dgm:prSet loTypeId="urn:microsoft.com/office/officeart/2005/8/layout/hierarchy1" loCatId="hierarchy" qsTypeId="urn:microsoft.com/office/officeart/2005/8/quickstyle/simple1" qsCatId="simple" csTypeId="urn:microsoft.com/office/officeart/2005/8/colors/accent2_2" csCatId="accent2"/>
      <dgm:spPr/>
      <dgm:t>
        <a:bodyPr/>
        <a:lstStyle/>
        <a:p>
          <a:endParaRPr lang="en-US"/>
        </a:p>
      </dgm:t>
    </dgm:pt>
    <dgm:pt modelId="{B10CC923-2748-4476-B227-E2DF3C5E162C}">
      <dgm:prSet/>
      <dgm:spPr/>
      <dgm:t>
        <a:bodyPr/>
        <a:lstStyle/>
        <a:p>
          <a:r>
            <a:rPr lang="en-US"/>
            <a:t>https://www.geeksforgeeks.org/encapsulation-in-java/</a:t>
          </a:r>
        </a:p>
      </dgm:t>
    </dgm:pt>
    <dgm:pt modelId="{AA441B72-45AA-4508-9BE0-7EC797416223}" type="parTrans" cxnId="{A36F0875-C43C-4F09-9F58-FD06182F4DFF}">
      <dgm:prSet/>
      <dgm:spPr/>
      <dgm:t>
        <a:bodyPr/>
        <a:lstStyle/>
        <a:p>
          <a:endParaRPr lang="en-US"/>
        </a:p>
      </dgm:t>
    </dgm:pt>
    <dgm:pt modelId="{C4781F6D-C694-4DCD-B094-70F2BB79E5C7}" type="sibTrans" cxnId="{A36F0875-C43C-4F09-9F58-FD06182F4DFF}">
      <dgm:prSet/>
      <dgm:spPr/>
      <dgm:t>
        <a:bodyPr/>
        <a:lstStyle/>
        <a:p>
          <a:endParaRPr lang="en-US"/>
        </a:p>
      </dgm:t>
    </dgm:pt>
    <dgm:pt modelId="{A46ECDD0-8949-42FB-8639-94338F460166}">
      <dgm:prSet/>
      <dgm:spPr/>
      <dgm:t>
        <a:bodyPr/>
        <a:lstStyle/>
        <a:p>
          <a:r>
            <a:rPr lang="en-US"/>
            <a:t>https://www.codeternity.com/id-id/article/java/java-modifier</a:t>
          </a:r>
        </a:p>
      </dgm:t>
    </dgm:pt>
    <dgm:pt modelId="{D6D58A95-5958-4B6E-9583-9F51D5425522}" type="parTrans" cxnId="{03422C06-07B4-434F-B9CF-67876EBAF6B3}">
      <dgm:prSet/>
      <dgm:spPr/>
      <dgm:t>
        <a:bodyPr/>
        <a:lstStyle/>
        <a:p>
          <a:endParaRPr lang="en-US"/>
        </a:p>
      </dgm:t>
    </dgm:pt>
    <dgm:pt modelId="{411F2C34-E94D-4119-934D-C59CF96257EC}" type="sibTrans" cxnId="{03422C06-07B4-434F-B9CF-67876EBAF6B3}">
      <dgm:prSet/>
      <dgm:spPr/>
      <dgm:t>
        <a:bodyPr/>
        <a:lstStyle/>
        <a:p>
          <a:endParaRPr lang="en-US"/>
        </a:p>
      </dgm:t>
    </dgm:pt>
    <dgm:pt modelId="{8CA159C5-9301-0649-9512-5FF0CC224487}" type="pres">
      <dgm:prSet presAssocID="{7DF512E6-AFB6-4F58-B7D4-0063548D4A95}" presName="hierChild1" presStyleCnt="0">
        <dgm:presLayoutVars>
          <dgm:chPref val="1"/>
          <dgm:dir/>
          <dgm:animOne val="branch"/>
          <dgm:animLvl val="lvl"/>
          <dgm:resizeHandles/>
        </dgm:presLayoutVars>
      </dgm:prSet>
      <dgm:spPr/>
    </dgm:pt>
    <dgm:pt modelId="{F45E42E2-6DBF-D240-974B-31751878997B}" type="pres">
      <dgm:prSet presAssocID="{B10CC923-2748-4476-B227-E2DF3C5E162C}" presName="hierRoot1" presStyleCnt="0"/>
      <dgm:spPr/>
    </dgm:pt>
    <dgm:pt modelId="{E12FE1B6-28BB-244A-B9FA-9C6C0A7AEF2F}" type="pres">
      <dgm:prSet presAssocID="{B10CC923-2748-4476-B227-E2DF3C5E162C}" presName="composite" presStyleCnt="0"/>
      <dgm:spPr/>
    </dgm:pt>
    <dgm:pt modelId="{28E2B73E-FCDD-7542-8B61-E5216F9D736F}" type="pres">
      <dgm:prSet presAssocID="{B10CC923-2748-4476-B227-E2DF3C5E162C}" presName="background" presStyleLbl="node0" presStyleIdx="0" presStyleCnt="2"/>
      <dgm:spPr/>
    </dgm:pt>
    <dgm:pt modelId="{B539EA08-F5E6-994F-B8AF-17366D9BC38C}" type="pres">
      <dgm:prSet presAssocID="{B10CC923-2748-4476-B227-E2DF3C5E162C}" presName="text" presStyleLbl="fgAcc0" presStyleIdx="0" presStyleCnt="2">
        <dgm:presLayoutVars>
          <dgm:chPref val="3"/>
        </dgm:presLayoutVars>
      </dgm:prSet>
      <dgm:spPr/>
    </dgm:pt>
    <dgm:pt modelId="{27627BA5-4847-EF41-83C2-0F0FE278C8DE}" type="pres">
      <dgm:prSet presAssocID="{B10CC923-2748-4476-B227-E2DF3C5E162C}" presName="hierChild2" presStyleCnt="0"/>
      <dgm:spPr/>
    </dgm:pt>
    <dgm:pt modelId="{FA319815-CB28-7A40-A060-75ACEDFC4A1B}" type="pres">
      <dgm:prSet presAssocID="{A46ECDD0-8949-42FB-8639-94338F460166}" presName="hierRoot1" presStyleCnt="0"/>
      <dgm:spPr/>
    </dgm:pt>
    <dgm:pt modelId="{BFEFB102-F323-B240-B38A-22CF077C1BEE}" type="pres">
      <dgm:prSet presAssocID="{A46ECDD0-8949-42FB-8639-94338F460166}" presName="composite" presStyleCnt="0"/>
      <dgm:spPr/>
    </dgm:pt>
    <dgm:pt modelId="{274B5B9E-2DF1-9C4B-9D7B-F47905FEF478}" type="pres">
      <dgm:prSet presAssocID="{A46ECDD0-8949-42FB-8639-94338F460166}" presName="background" presStyleLbl="node0" presStyleIdx="1" presStyleCnt="2"/>
      <dgm:spPr/>
    </dgm:pt>
    <dgm:pt modelId="{BB0B0DDA-B1F9-904D-99FB-737C11066EFB}" type="pres">
      <dgm:prSet presAssocID="{A46ECDD0-8949-42FB-8639-94338F460166}" presName="text" presStyleLbl="fgAcc0" presStyleIdx="1" presStyleCnt="2">
        <dgm:presLayoutVars>
          <dgm:chPref val="3"/>
        </dgm:presLayoutVars>
      </dgm:prSet>
      <dgm:spPr/>
    </dgm:pt>
    <dgm:pt modelId="{1E38CBB2-0F9D-D245-BFFD-1D3CE3374038}" type="pres">
      <dgm:prSet presAssocID="{A46ECDD0-8949-42FB-8639-94338F460166}" presName="hierChild2" presStyleCnt="0"/>
      <dgm:spPr/>
    </dgm:pt>
  </dgm:ptLst>
  <dgm:cxnLst>
    <dgm:cxn modelId="{03422C06-07B4-434F-B9CF-67876EBAF6B3}" srcId="{7DF512E6-AFB6-4F58-B7D4-0063548D4A95}" destId="{A46ECDD0-8949-42FB-8639-94338F460166}" srcOrd="1" destOrd="0" parTransId="{D6D58A95-5958-4B6E-9583-9F51D5425522}" sibTransId="{411F2C34-E94D-4119-934D-C59CF96257EC}"/>
    <dgm:cxn modelId="{A36F0875-C43C-4F09-9F58-FD06182F4DFF}" srcId="{7DF512E6-AFB6-4F58-B7D4-0063548D4A95}" destId="{B10CC923-2748-4476-B227-E2DF3C5E162C}" srcOrd="0" destOrd="0" parTransId="{AA441B72-45AA-4508-9BE0-7EC797416223}" sibTransId="{C4781F6D-C694-4DCD-B094-70F2BB79E5C7}"/>
    <dgm:cxn modelId="{ABDB2191-F83E-3545-B8AB-5FBF269A7789}" type="presOf" srcId="{A46ECDD0-8949-42FB-8639-94338F460166}" destId="{BB0B0DDA-B1F9-904D-99FB-737C11066EFB}" srcOrd="0" destOrd="0" presId="urn:microsoft.com/office/officeart/2005/8/layout/hierarchy1"/>
    <dgm:cxn modelId="{3E0556CB-C792-6041-89E7-68A42C82F664}" type="presOf" srcId="{B10CC923-2748-4476-B227-E2DF3C5E162C}" destId="{B539EA08-F5E6-994F-B8AF-17366D9BC38C}" srcOrd="0" destOrd="0" presId="urn:microsoft.com/office/officeart/2005/8/layout/hierarchy1"/>
    <dgm:cxn modelId="{6FA5C2DC-E76C-B948-95E1-C47B05AF7045}" type="presOf" srcId="{7DF512E6-AFB6-4F58-B7D4-0063548D4A95}" destId="{8CA159C5-9301-0649-9512-5FF0CC224487}" srcOrd="0" destOrd="0" presId="urn:microsoft.com/office/officeart/2005/8/layout/hierarchy1"/>
    <dgm:cxn modelId="{EBE7D27F-EE48-374D-BC97-B0082D3B2B64}" type="presParOf" srcId="{8CA159C5-9301-0649-9512-5FF0CC224487}" destId="{F45E42E2-6DBF-D240-974B-31751878997B}" srcOrd="0" destOrd="0" presId="urn:microsoft.com/office/officeart/2005/8/layout/hierarchy1"/>
    <dgm:cxn modelId="{8B6703E9-8C6E-DF46-9678-CF4FAFE7EF16}" type="presParOf" srcId="{F45E42E2-6DBF-D240-974B-31751878997B}" destId="{E12FE1B6-28BB-244A-B9FA-9C6C0A7AEF2F}" srcOrd="0" destOrd="0" presId="urn:microsoft.com/office/officeart/2005/8/layout/hierarchy1"/>
    <dgm:cxn modelId="{44850F6B-6E0D-7642-9698-6DBFA3DF7769}" type="presParOf" srcId="{E12FE1B6-28BB-244A-B9FA-9C6C0A7AEF2F}" destId="{28E2B73E-FCDD-7542-8B61-E5216F9D736F}" srcOrd="0" destOrd="0" presId="urn:microsoft.com/office/officeart/2005/8/layout/hierarchy1"/>
    <dgm:cxn modelId="{AFD00A69-D290-B34E-806F-8BB4E18F8E29}" type="presParOf" srcId="{E12FE1B6-28BB-244A-B9FA-9C6C0A7AEF2F}" destId="{B539EA08-F5E6-994F-B8AF-17366D9BC38C}" srcOrd="1" destOrd="0" presId="urn:microsoft.com/office/officeart/2005/8/layout/hierarchy1"/>
    <dgm:cxn modelId="{6E392515-A49C-1B4B-B379-41D0F0C8F73A}" type="presParOf" srcId="{F45E42E2-6DBF-D240-974B-31751878997B}" destId="{27627BA5-4847-EF41-83C2-0F0FE278C8DE}" srcOrd="1" destOrd="0" presId="urn:microsoft.com/office/officeart/2005/8/layout/hierarchy1"/>
    <dgm:cxn modelId="{785E7778-82F6-944A-B69F-9DBA4DCE21E1}" type="presParOf" srcId="{8CA159C5-9301-0649-9512-5FF0CC224487}" destId="{FA319815-CB28-7A40-A060-75ACEDFC4A1B}" srcOrd="1" destOrd="0" presId="urn:microsoft.com/office/officeart/2005/8/layout/hierarchy1"/>
    <dgm:cxn modelId="{6332CA2C-E674-A14A-BC2A-985540A462E1}" type="presParOf" srcId="{FA319815-CB28-7A40-A060-75ACEDFC4A1B}" destId="{BFEFB102-F323-B240-B38A-22CF077C1BEE}" srcOrd="0" destOrd="0" presId="urn:microsoft.com/office/officeart/2005/8/layout/hierarchy1"/>
    <dgm:cxn modelId="{AC40EF1C-2E3A-0B49-AAC3-AFCB726D076E}" type="presParOf" srcId="{BFEFB102-F323-B240-B38A-22CF077C1BEE}" destId="{274B5B9E-2DF1-9C4B-9D7B-F47905FEF478}" srcOrd="0" destOrd="0" presId="urn:microsoft.com/office/officeart/2005/8/layout/hierarchy1"/>
    <dgm:cxn modelId="{F22721DE-5767-B340-A2A5-82456395723D}" type="presParOf" srcId="{BFEFB102-F323-B240-B38A-22CF077C1BEE}" destId="{BB0B0DDA-B1F9-904D-99FB-737C11066EFB}" srcOrd="1" destOrd="0" presId="urn:microsoft.com/office/officeart/2005/8/layout/hierarchy1"/>
    <dgm:cxn modelId="{BD2921DC-5672-BB42-8074-3D747410038F}" type="presParOf" srcId="{FA319815-CB28-7A40-A060-75ACEDFC4A1B}" destId="{1E38CBB2-0F9D-D245-BFFD-1D3CE3374038}"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B4252C-65F9-B945-AC6E-90909F4BD067}">
      <dsp:nvSpPr>
        <dsp:cNvPr id="0" name=""/>
        <dsp:cNvSpPr/>
      </dsp:nvSpPr>
      <dsp:spPr>
        <a:xfrm>
          <a:off x="0" y="54043"/>
          <a:ext cx="6953299" cy="147931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Secara Teknik dalam enkapsulasi data, method, atau variable dalam suatu class disembunyikan dari class lain dan hanya bisa diakses dikelas itu sendiri.</a:t>
          </a:r>
        </a:p>
      </dsp:txBody>
      <dsp:txXfrm>
        <a:off x="72214" y="126257"/>
        <a:ext cx="6808871" cy="1334890"/>
      </dsp:txXfrm>
    </dsp:sp>
    <dsp:sp modelId="{94E7391C-203C-3348-905C-8AF5983440F6}">
      <dsp:nvSpPr>
        <dsp:cNvPr id="0" name=""/>
        <dsp:cNvSpPr/>
      </dsp:nvSpPr>
      <dsp:spPr>
        <a:xfrm>
          <a:off x="0" y="1582322"/>
          <a:ext cx="6953299" cy="147931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Teknik penyembunyian variable, data atau method yang hanya bisa diakses oleh anggota dalam class itu sendiri menggunakan keyword “private”, dan ketika kelas itu diakses oleh kelas lain, maka bagian-bagian tersebut tidak bisa diakses secara langsung. Ini dilakukan agar data yang kita buat aman dari proses injeksi, dan perubahan nilai yang tidak seharusnya.</a:t>
          </a:r>
        </a:p>
      </dsp:txBody>
      <dsp:txXfrm>
        <a:off x="72214" y="1654536"/>
        <a:ext cx="6808871" cy="1334890"/>
      </dsp:txXfrm>
    </dsp:sp>
    <dsp:sp modelId="{9DCDF2CB-7FB4-0940-BB24-E87AC95A14C2}">
      <dsp:nvSpPr>
        <dsp:cNvPr id="0" name=""/>
        <dsp:cNvSpPr/>
      </dsp:nvSpPr>
      <dsp:spPr>
        <a:xfrm>
          <a:off x="0" y="3110601"/>
          <a:ext cx="6953299" cy="147931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Dalam implementasinya kita bisa menggunakan metode abstraksi yang akan kita pelajari di pertemuan selanjutnya.</a:t>
          </a:r>
        </a:p>
      </dsp:txBody>
      <dsp:txXfrm>
        <a:off x="72214" y="3182815"/>
        <a:ext cx="6808871" cy="1334890"/>
      </dsp:txXfrm>
    </dsp:sp>
    <dsp:sp modelId="{E8055260-0F99-1244-85A9-500B0B814D67}">
      <dsp:nvSpPr>
        <dsp:cNvPr id="0" name=""/>
        <dsp:cNvSpPr/>
      </dsp:nvSpPr>
      <dsp:spPr>
        <a:xfrm>
          <a:off x="0" y="4638880"/>
          <a:ext cx="6953299" cy="147931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Untuk mengimplementasi Teknik ini lebih mudah kita menggunakan Setter dan Getter</a:t>
          </a:r>
        </a:p>
      </dsp:txBody>
      <dsp:txXfrm>
        <a:off x="72214" y="4711094"/>
        <a:ext cx="6808871" cy="13348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0CAD87-D616-6D4D-A01D-18F5059F3478}">
      <dsp:nvSpPr>
        <dsp:cNvPr id="0" name=""/>
        <dsp:cNvSpPr/>
      </dsp:nvSpPr>
      <dsp:spPr>
        <a:xfrm>
          <a:off x="0" y="0"/>
          <a:ext cx="6953299" cy="6172243"/>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en-US" sz="3400" kern="1200"/>
            <a:t>Modifier adalah sebuah keyword yang memberikan keterangan tambahan dan ditempatkan di awal deklarasi kelas, konstruktor, atribut, maupun method. Modifier dibagi menjadi dua:</a:t>
          </a:r>
        </a:p>
      </dsp:txBody>
      <dsp:txXfrm>
        <a:off x="0" y="0"/>
        <a:ext cx="6953299" cy="3333011"/>
      </dsp:txXfrm>
    </dsp:sp>
    <dsp:sp modelId="{5091944C-85CD-8845-8E37-915C57FAF7F3}">
      <dsp:nvSpPr>
        <dsp:cNvPr id="0" name=""/>
        <dsp:cNvSpPr/>
      </dsp:nvSpPr>
      <dsp:spPr>
        <a:xfrm>
          <a:off x="0" y="3209566"/>
          <a:ext cx="3476649" cy="2839231"/>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27152" tIns="58420" rIns="327152" bIns="58420" numCol="1" spcCol="1270" anchor="ctr" anchorCtr="0">
          <a:noAutofit/>
        </a:bodyPr>
        <a:lstStyle/>
        <a:p>
          <a:pPr marL="0" lvl="0" indent="0" algn="ctr" defTabSz="2044700">
            <a:lnSpc>
              <a:spcPct val="90000"/>
            </a:lnSpc>
            <a:spcBef>
              <a:spcPct val="0"/>
            </a:spcBef>
            <a:spcAft>
              <a:spcPct val="35000"/>
            </a:spcAft>
            <a:buNone/>
          </a:pPr>
          <a:r>
            <a:rPr lang="en-US" sz="4600" kern="1200"/>
            <a:t>Modifier akses (access modifier)</a:t>
          </a:r>
        </a:p>
      </dsp:txBody>
      <dsp:txXfrm>
        <a:off x="0" y="3209566"/>
        <a:ext cx="3476649" cy="2839231"/>
      </dsp:txXfrm>
    </dsp:sp>
    <dsp:sp modelId="{3FC9B965-9B25-7F41-A5D0-B861388CAC9A}">
      <dsp:nvSpPr>
        <dsp:cNvPr id="0" name=""/>
        <dsp:cNvSpPr/>
      </dsp:nvSpPr>
      <dsp:spPr>
        <a:xfrm>
          <a:off x="3476649" y="3209566"/>
          <a:ext cx="3476649" cy="2839231"/>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27152" tIns="58420" rIns="327152" bIns="58420" numCol="1" spcCol="1270" anchor="ctr" anchorCtr="0">
          <a:noAutofit/>
        </a:bodyPr>
        <a:lstStyle/>
        <a:p>
          <a:pPr marL="0" lvl="0" indent="0" algn="ctr" defTabSz="2044700">
            <a:lnSpc>
              <a:spcPct val="90000"/>
            </a:lnSpc>
            <a:spcBef>
              <a:spcPct val="0"/>
            </a:spcBef>
            <a:spcAft>
              <a:spcPct val="35000"/>
            </a:spcAft>
            <a:buNone/>
          </a:pPr>
          <a:r>
            <a:rPr lang="en-US" sz="4600" kern="1200"/>
            <a:t>Modifier non-akses (non-access modifier)</a:t>
          </a:r>
        </a:p>
      </dsp:txBody>
      <dsp:txXfrm>
        <a:off x="3476649" y="3209566"/>
        <a:ext cx="3476649" cy="28392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FE7215-91C0-413F-98FF-E905A971F374}">
      <dsp:nvSpPr>
        <dsp:cNvPr id="0" name=""/>
        <dsp:cNvSpPr/>
      </dsp:nvSpPr>
      <dsp:spPr>
        <a:xfrm>
          <a:off x="0" y="783171"/>
          <a:ext cx="10720552" cy="144585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13BB2F-B684-41A7-BA6C-ECB9C6FDE729}">
      <dsp:nvSpPr>
        <dsp:cNvPr id="0" name=""/>
        <dsp:cNvSpPr/>
      </dsp:nvSpPr>
      <dsp:spPr>
        <a:xfrm>
          <a:off x="437371" y="1108489"/>
          <a:ext cx="795220" cy="7952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105FDD3-8783-4162-832F-47140AFF4309}">
      <dsp:nvSpPr>
        <dsp:cNvPr id="0" name=""/>
        <dsp:cNvSpPr/>
      </dsp:nvSpPr>
      <dsp:spPr>
        <a:xfrm>
          <a:off x="1669963" y="783171"/>
          <a:ext cx="9050588" cy="14458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020" tIns="153020" rIns="153020" bIns="153020" numCol="1" spcCol="1270" anchor="ctr" anchorCtr="0">
          <a:noAutofit/>
        </a:bodyPr>
        <a:lstStyle/>
        <a:p>
          <a:pPr marL="0" lvl="0" indent="0" algn="l" defTabSz="844550">
            <a:lnSpc>
              <a:spcPct val="90000"/>
            </a:lnSpc>
            <a:spcBef>
              <a:spcPct val="0"/>
            </a:spcBef>
            <a:spcAft>
              <a:spcPct val="35000"/>
            </a:spcAft>
            <a:buNone/>
          </a:pPr>
          <a:r>
            <a:rPr lang="en-US" sz="1900" b="0" i="0" kern="1200"/>
            <a:t>Method setter </a:t>
          </a:r>
          <a:r>
            <a:rPr lang="en-US" sz="1900" b="0" i="1" kern="1200"/>
            <a:t>(setter method)</a:t>
          </a:r>
          <a:r>
            <a:rPr lang="en-US" sz="1900" b="0" i="0" kern="1200"/>
            <a:t> adalah method publik yang berfungsi untuk memberikan nilai dari atribut yang bersifat privat. Pada enkapsulasi setiap atribut dapat dibuat privat agar data didalamnya terlindungi. Sebagai gantinya, kita dapat membuat sebuah method publik sebagai jembatan agar obyek lain dapat memberikan nilai dari atribut.</a:t>
          </a:r>
          <a:endParaRPr lang="en-US" sz="1900" kern="1200"/>
        </a:p>
      </dsp:txBody>
      <dsp:txXfrm>
        <a:off x="1669963" y="783171"/>
        <a:ext cx="9050588" cy="1445855"/>
      </dsp:txXfrm>
    </dsp:sp>
    <dsp:sp modelId="{7F331BD8-0F08-46F9-818D-035499D9DC93}">
      <dsp:nvSpPr>
        <dsp:cNvPr id="0" name=""/>
        <dsp:cNvSpPr/>
      </dsp:nvSpPr>
      <dsp:spPr>
        <a:xfrm>
          <a:off x="0" y="2590491"/>
          <a:ext cx="10720552" cy="144585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59DDDC-3D63-442C-B8A5-CBB740708D42}">
      <dsp:nvSpPr>
        <dsp:cNvPr id="0" name=""/>
        <dsp:cNvSpPr/>
      </dsp:nvSpPr>
      <dsp:spPr>
        <a:xfrm>
          <a:off x="437371" y="2915808"/>
          <a:ext cx="795220" cy="7952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C05BA81-4F54-44FD-B0D4-A1CF018DB4FE}">
      <dsp:nvSpPr>
        <dsp:cNvPr id="0" name=""/>
        <dsp:cNvSpPr/>
      </dsp:nvSpPr>
      <dsp:spPr>
        <a:xfrm>
          <a:off x="1669963" y="2590491"/>
          <a:ext cx="9050588" cy="14458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020" tIns="153020" rIns="153020" bIns="153020" numCol="1" spcCol="1270" anchor="ctr" anchorCtr="0">
          <a:noAutofit/>
        </a:bodyPr>
        <a:lstStyle/>
        <a:p>
          <a:pPr marL="0" lvl="0" indent="0" algn="l" defTabSz="844550">
            <a:lnSpc>
              <a:spcPct val="90000"/>
            </a:lnSpc>
            <a:spcBef>
              <a:spcPct val="0"/>
            </a:spcBef>
            <a:spcAft>
              <a:spcPct val="35000"/>
            </a:spcAft>
            <a:buNone/>
          </a:pPr>
          <a:r>
            <a:rPr lang="en-US" sz="1900" b="0" i="0" kern="1200"/>
            <a:t>Berkebalikan dengan method setter, method getter (getter method) adalah method yang berfungsi untuk mendapatkan nilai dari atribut privat.</a:t>
          </a:r>
          <a:endParaRPr lang="en-US" sz="1900" kern="1200"/>
        </a:p>
      </dsp:txBody>
      <dsp:txXfrm>
        <a:off x="1669963" y="2590491"/>
        <a:ext cx="9050588" cy="14458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E2B73E-FCDD-7542-8B61-E5216F9D736F}">
      <dsp:nvSpPr>
        <dsp:cNvPr id="0" name=""/>
        <dsp:cNvSpPr/>
      </dsp:nvSpPr>
      <dsp:spPr>
        <a:xfrm>
          <a:off x="1308" y="708925"/>
          <a:ext cx="4593400" cy="291680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39EA08-F5E6-994F-B8AF-17366D9BC38C}">
      <dsp:nvSpPr>
        <dsp:cNvPr id="0" name=""/>
        <dsp:cNvSpPr/>
      </dsp:nvSpPr>
      <dsp:spPr>
        <a:xfrm>
          <a:off x="511686" y="1193784"/>
          <a:ext cx="4593400" cy="2916809"/>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https://www.geeksforgeeks.org/encapsulation-in-java/</a:t>
          </a:r>
        </a:p>
      </dsp:txBody>
      <dsp:txXfrm>
        <a:off x="597116" y="1279214"/>
        <a:ext cx="4422540" cy="2745949"/>
      </dsp:txXfrm>
    </dsp:sp>
    <dsp:sp modelId="{274B5B9E-2DF1-9C4B-9D7B-F47905FEF478}">
      <dsp:nvSpPr>
        <dsp:cNvPr id="0" name=""/>
        <dsp:cNvSpPr/>
      </dsp:nvSpPr>
      <dsp:spPr>
        <a:xfrm>
          <a:off x="5615464" y="708925"/>
          <a:ext cx="4593400" cy="291680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B0B0DDA-B1F9-904D-99FB-737C11066EFB}">
      <dsp:nvSpPr>
        <dsp:cNvPr id="0" name=""/>
        <dsp:cNvSpPr/>
      </dsp:nvSpPr>
      <dsp:spPr>
        <a:xfrm>
          <a:off x="6125842" y="1193784"/>
          <a:ext cx="4593400" cy="2916809"/>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https://www.codeternity.com/id-id/article/java/java-modifier</a:t>
          </a:r>
        </a:p>
      </dsp:txBody>
      <dsp:txXfrm>
        <a:off x="6211272" y="1279214"/>
        <a:ext cx="4422540" cy="274594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 name="Google Shape;105;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 name="Google Shape;15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In Slide Show mode, select the arrows to visit links.</a:t>
            </a:r>
            <a:endParaRPr/>
          </a:p>
        </p:txBody>
      </p:sp>
      <p:sp>
        <p:nvSpPr>
          <p:cNvPr id="199" name="Google Shape;199;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CE80BC96-DA12-6566-B16C-C26273237CB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5666" b="-1"/>
          <a:stretch/>
        </p:blipFill>
        <p:spPr>
          <a:xfrm>
            <a:off x="23363" y="0"/>
            <a:ext cx="12168636" cy="6858000"/>
          </a:xfrm>
          <a:prstGeom prst="rect">
            <a:avLst/>
          </a:prstGeom>
        </p:spPr>
      </p:pic>
      <p:sp>
        <p:nvSpPr>
          <p:cNvPr id="2" name="Title 1"/>
          <p:cNvSpPr>
            <a:spLocks noGrp="1"/>
          </p:cNvSpPr>
          <p:nvPr>
            <p:ph type="ctrTitle"/>
          </p:nvPr>
        </p:nvSpPr>
        <p:spPr>
          <a:xfrm>
            <a:off x="1809720" y="2129789"/>
            <a:ext cx="9467880" cy="1727838"/>
          </a:xfrm>
        </p:spPr>
        <p:txBody>
          <a:bodyPr anchor="b"/>
          <a:lstStyle>
            <a:lvl1pPr algn="ctr">
              <a:defRPr>
                <a:solidFill>
                  <a:schemeClr val="bg1">
                    <a:lumMod val="95000"/>
                  </a:schemeClr>
                </a:solidFill>
              </a:defRPr>
            </a:lvl1pPr>
          </a:lstStyle>
          <a:p>
            <a:r>
              <a:rPr lang="en-US"/>
              <a:t>Click to edit Master title style</a:t>
            </a:r>
            <a:endParaRPr lang="id-ID"/>
          </a:p>
        </p:txBody>
      </p:sp>
      <p:sp>
        <p:nvSpPr>
          <p:cNvPr id="3" name="Subtitle 2"/>
          <p:cNvSpPr>
            <a:spLocks noGrp="1"/>
          </p:cNvSpPr>
          <p:nvPr>
            <p:ph type="subTitle" idx="1"/>
          </p:nvPr>
        </p:nvSpPr>
        <p:spPr>
          <a:xfrm>
            <a:off x="1828800" y="3886200"/>
            <a:ext cx="9505987" cy="1752600"/>
          </a:xfrm>
        </p:spPr>
        <p:txBody>
          <a:bodyPr/>
          <a:lstStyle>
            <a:lvl1pPr marL="0" indent="0" algn="ctr">
              <a:buNone/>
              <a:defRPr>
                <a:solidFill>
                  <a:schemeClr val="bg1">
                    <a:lumMod val="85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id-ID"/>
          </a:p>
        </p:txBody>
      </p:sp>
      <p:sp>
        <p:nvSpPr>
          <p:cNvPr id="4" name="Date Placeholder 3"/>
          <p:cNvSpPr>
            <a:spLocks noGrp="1"/>
          </p:cNvSpPr>
          <p:nvPr>
            <p:ph type="dt" sz="half" idx="10"/>
          </p:nvPr>
        </p:nvSpPr>
        <p:spPr/>
        <p:txBody>
          <a:bodyPr/>
          <a:lstStyle/>
          <a:p>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3094122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idx="1"/>
          </p:nvPr>
        </p:nvSpPr>
        <p:spPr/>
        <p:txBody>
          <a:bodyPr anchor="ctr"/>
          <a:lstStyle>
            <a:lvl2pPr>
              <a:defRPr>
                <a:solidFill>
                  <a:srgbClr val="0070C0"/>
                </a:solidFill>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21873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82A01DE1-0E79-744C-8EC3-09B1DCF8C9E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5666" b="-1"/>
          <a:stretch/>
        </p:blipFill>
        <p:spPr>
          <a:xfrm>
            <a:off x="0" y="0"/>
            <a:ext cx="12192000" cy="6861802"/>
          </a:xfrm>
          <a:prstGeom prst="rect">
            <a:avLst/>
          </a:prstGeom>
        </p:spPr>
      </p:pic>
      <p:sp>
        <p:nvSpPr>
          <p:cNvPr id="2" name="Title 1"/>
          <p:cNvSpPr>
            <a:spLocks noGrp="1"/>
          </p:cNvSpPr>
          <p:nvPr>
            <p:ph type="ctrTitle"/>
          </p:nvPr>
        </p:nvSpPr>
        <p:spPr>
          <a:xfrm>
            <a:off x="1877856" y="2129793"/>
            <a:ext cx="8492359" cy="1729609"/>
          </a:xfrm>
        </p:spPr>
        <p:txBody>
          <a:bodyPr anchor="b"/>
          <a:lstStyle>
            <a:lvl1pPr algn="ctr">
              <a:defRPr>
                <a:solidFill>
                  <a:schemeClr val="bg1">
                    <a:lumMod val="95000"/>
                  </a:schemeClr>
                </a:solidFill>
              </a:defRPr>
            </a:lvl1pPr>
          </a:lstStyle>
          <a:p>
            <a:r>
              <a:rPr lang="en-US"/>
              <a:t>Click to edit Master title style</a:t>
            </a:r>
            <a:endParaRPr lang="id-ID"/>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accent5">
                    <a:lumMod val="20000"/>
                    <a:lumOff val="80000"/>
                  </a:schemeClr>
                </a:solidFill>
                <a:effectLst>
                  <a:outerShdw blurRad="38100" dist="38100" dir="2700000" algn="tl">
                    <a:srgbClr val="000000">
                      <a:alpha val="43137"/>
                    </a:srgbClr>
                  </a:outerShdw>
                </a:effectLst>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id-ID"/>
          </a:p>
        </p:txBody>
      </p:sp>
      <p:sp>
        <p:nvSpPr>
          <p:cNvPr id="4" name="Date Placeholder 3"/>
          <p:cNvSpPr>
            <a:spLocks noGrp="1"/>
          </p:cNvSpPr>
          <p:nvPr>
            <p:ph type="dt" sz="half" idx="10"/>
          </p:nvPr>
        </p:nvSpPr>
        <p:spPr/>
        <p:txBody>
          <a:bodyPr/>
          <a:lstStyle/>
          <a:p>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04401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6DA60758-17EC-EC26-D1F0-85CC622B46B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5666" b="-1"/>
          <a:stretch/>
        </p:blipFill>
        <p:spPr>
          <a:xfrm>
            <a:off x="0" y="6763"/>
            <a:ext cx="12192000" cy="6851238"/>
          </a:xfrm>
          <a:prstGeom prst="rect">
            <a:avLst/>
          </a:prstGeom>
        </p:spPr>
      </p:pic>
      <p:sp>
        <p:nvSpPr>
          <p:cNvPr id="2" name="Title 1"/>
          <p:cNvSpPr>
            <a:spLocks noGrp="1"/>
          </p:cNvSpPr>
          <p:nvPr>
            <p:ph type="title" hasCustomPrompt="1"/>
          </p:nvPr>
        </p:nvSpPr>
        <p:spPr>
          <a:xfrm>
            <a:off x="963084" y="4406266"/>
            <a:ext cx="10363200" cy="1362074"/>
          </a:xfrm>
        </p:spPr>
        <p:txBody>
          <a:bodyPr anchor="t"/>
          <a:lstStyle>
            <a:lvl1pPr algn="ctr">
              <a:defRPr sz="4800" b="0" cap="all">
                <a:solidFill>
                  <a:schemeClr val="bg1">
                    <a:lumMod val="95000"/>
                  </a:schemeClr>
                </a:solidFill>
              </a:defRPr>
            </a:lvl1pPr>
          </a:lstStyle>
          <a:p>
            <a:r>
              <a:rPr lang="id-ID" cap="none"/>
              <a:t>Thank</a:t>
            </a:r>
            <a:r>
              <a:rPr lang="id-ID" cap="none">
                <a:latin typeface="Segoe UI Semibold" pitchFamily="34" charset="0"/>
              </a:rPr>
              <a:t>YOU</a:t>
            </a:r>
            <a:r>
              <a:rPr lang="id-ID" cap="none"/>
              <a:t>...</a:t>
            </a:r>
            <a:endParaRPr lang="id-ID"/>
          </a:p>
        </p:txBody>
      </p:sp>
      <p:sp>
        <p:nvSpPr>
          <p:cNvPr id="3" name="Text Placeholder 2"/>
          <p:cNvSpPr>
            <a:spLocks noGrp="1"/>
          </p:cNvSpPr>
          <p:nvPr>
            <p:ph type="body" idx="1"/>
          </p:nvPr>
        </p:nvSpPr>
        <p:spPr>
          <a:xfrm>
            <a:off x="963084" y="2907030"/>
            <a:ext cx="10363200" cy="1499236"/>
          </a:xfrm>
        </p:spPr>
        <p:txBody>
          <a:bodyPr anchor="b"/>
          <a:lstStyle>
            <a:lvl1pPr marL="0" indent="0" algn="ctr">
              <a:buNone/>
              <a:defRPr sz="2400">
                <a:solidFill>
                  <a:schemeClr val="accent5">
                    <a:lumMod val="40000"/>
                    <a:lumOff val="6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71366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1037020" y="1600200"/>
            <a:ext cx="5342759" cy="4526280"/>
          </a:xfrm>
        </p:spPr>
        <p:txBody>
          <a:bodyPr/>
          <a:lstStyle>
            <a:lvl1pPr>
              <a:defRPr sz="3360"/>
            </a:lvl1pPr>
            <a:lvl2pPr>
              <a:defRPr sz="2880"/>
            </a:lvl2pPr>
            <a:lvl3pPr>
              <a:defRPr sz="2400"/>
            </a:lvl3pPr>
            <a:lvl4pPr>
              <a:defRPr sz="2160"/>
            </a:lvl4pPr>
            <a:lvl5pPr>
              <a:defRPr sz="2160"/>
            </a:lvl5pPr>
            <a:lvl6pPr>
              <a:defRPr sz="2160"/>
            </a:lvl6pPr>
            <a:lvl7pPr>
              <a:defRPr sz="2160"/>
            </a:lvl7pPr>
            <a:lvl8pPr>
              <a:defRPr sz="2160"/>
            </a:lvl8pPr>
            <a:lvl9pPr>
              <a:defRPr sz="21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6470877" y="1600200"/>
            <a:ext cx="5342759" cy="4526280"/>
          </a:xfrm>
        </p:spPr>
        <p:txBody>
          <a:bodyPr/>
          <a:lstStyle>
            <a:lvl1pPr>
              <a:defRPr sz="3360"/>
            </a:lvl1pPr>
            <a:lvl2pPr>
              <a:defRPr sz="2880"/>
            </a:lvl2pPr>
            <a:lvl3pPr>
              <a:defRPr sz="2400"/>
            </a:lvl3pPr>
            <a:lvl4pPr>
              <a:defRPr sz="2160"/>
            </a:lvl4pPr>
            <a:lvl5pPr>
              <a:defRPr sz="2160"/>
            </a:lvl5pPr>
            <a:lvl6pPr>
              <a:defRPr sz="2160"/>
            </a:lvl6pPr>
            <a:lvl7pPr>
              <a:defRPr sz="2160"/>
            </a:lvl7pPr>
            <a:lvl8pPr>
              <a:defRPr sz="2160"/>
            </a:lvl8pPr>
            <a:lvl9pPr>
              <a:defRPr sz="21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89990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2_Two Content CODING">
    <p:spTree>
      <p:nvGrpSpPr>
        <p:cNvPr id="1" name=""/>
        <p:cNvGrpSpPr/>
        <p:nvPr/>
      </p:nvGrpSpPr>
      <p:grpSpPr>
        <a:xfrm>
          <a:off x="0" y="0"/>
          <a:ext cx="0" cy="0"/>
          <a:chOff x="0" y="0"/>
          <a:chExt cx="0" cy="0"/>
        </a:xfrm>
      </p:grpSpPr>
      <p:sp>
        <p:nvSpPr>
          <p:cNvPr id="20" name="Rectangle 19"/>
          <p:cNvSpPr/>
          <p:nvPr/>
        </p:nvSpPr>
        <p:spPr>
          <a:xfrm>
            <a:off x="11811040" y="0"/>
            <a:ext cx="38096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80"/>
          </a:p>
        </p:txBody>
      </p:sp>
      <p:pic>
        <p:nvPicPr>
          <p:cNvPr id="19" name="Picture 1"/>
          <p:cNvPicPr>
            <a:picLocks noChangeAspect="1" noChangeArrowheads="1"/>
          </p:cNvPicPr>
          <p:nvPr/>
        </p:nvPicPr>
        <p:blipFill>
          <a:blip r:embed="rId2"/>
          <a:srcRect/>
          <a:stretch>
            <a:fillRect/>
          </a:stretch>
        </p:blipFill>
        <p:spPr bwMode="auto">
          <a:xfrm>
            <a:off x="4762493" y="0"/>
            <a:ext cx="1492257" cy="6858000"/>
          </a:xfrm>
          <a:prstGeom prst="rect">
            <a:avLst/>
          </a:prstGeom>
          <a:noFill/>
          <a:ln w="9525">
            <a:noFill/>
            <a:miter lim="800000"/>
            <a:headEnd/>
            <a:tailEnd/>
          </a:ln>
          <a:effectLst/>
        </p:spPr>
      </p:pic>
      <p:sp>
        <p:nvSpPr>
          <p:cNvPr id="8" name="Rectangle 7"/>
          <p:cNvSpPr/>
          <p:nvPr/>
        </p:nvSpPr>
        <p:spPr>
          <a:xfrm>
            <a:off x="4953162" y="0"/>
            <a:ext cx="7245685" cy="342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80"/>
          </a:p>
        </p:txBody>
      </p:sp>
      <p:sp>
        <p:nvSpPr>
          <p:cNvPr id="2" name="Title 1"/>
          <p:cNvSpPr>
            <a:spLocks noGrp="1"/>
          </p:cNvSpPr>
          <p:nvPr>
            <p:ph type="title" hasCustomPrompt="1"/>
          </p:nvPr>
        </p:nvSpPr>
        <p:spPr>
          <a:xfrm>
            <a:off x="1142966" y="1543037"/>
            <a:ext cx="3619525" cy="942982"/>
          </a:xfrm>
        </p:spPr>
        <p:txBody>
          <a:bodyPr anchor="b">
            <a:noAutofit/>
          </a:bodyPr>
          <a:lstStyle>
            <a:lvl1pPr algn="r">
              <a:defRPr sz="2160" b="1"/>
            </a:lvl1pPr>
          </a:lstStyle>
          <a:p>
            <a:r>
              <a:rPr lang="en-US"/>
              <a:t>Click To Edit Master Title Style</a:t>
            </a:r>
            <a:endParaRPr lang="id-ID"/>
          </a:p>
        </p:txBody>
      </p:sp>
      <p:sp>
        <p:nvSpPr>
          <p:cNvPr id="3" name="Content Placeholder 2"/>
          <p:cNvSpPr>
            <a:spLocks noGrp="1"/>
          </p:cNvSpPr>
          <p:nvPr>
            <p:ph sz="half" idx="1"/>
          </p:nvPr>
        </p:nvSpPr>
        <p:spPr>
          <a:xfrm>
            <a:off x="4952992" y="342881"/>
            <a:ext cx="6953299" cy="6172243"/>
          </a:xfrm>
          <a:solidFill>
            <a:schemeClr val="bg1">
              <a:lumMod val="95000"/>
            </a:schemeClr>
          </a:solidFill>
        </p:spPr>
        <p:txBody>
          <a:bodyPr anchor="ctr">
            <a:normAutofit/>
          </a:bodyPr>
          <a:lstStyle>
            <a:lvl1pPr marL="0" indent="0">
              <a:buNone/>
              <a:defRPr sz="1440">
                <a:latin typeface="Consolas" pitchFamily="49" charset="0"/>
                <a:cs typeface="Consolas" pitchFamily="49" charset="0"/>
              </a:defRPr>
            </a:lvl1pPr>
            <a:lvl2pPr marL="327660" indent="0">
              <a:buNone/>
              <a:defRPr sz="1440">
                <a:solidFill>
                  <a:srgbClr val="0070C0"/>
                </a:solidFill>
                <a:latin typeface="Consolas" pitchFamily="49" charset="0"/>
                <a:cs typeface="Consolas" pitchFamily="49" charset="0"/>
              </a:defRPr>
            </a:lvl2pPr>
            <a:lvl3pPr marL="327660" indent="0">
              <a:buNone/>
              <a:defRPr sz="1440" baseline="0">
                <a:solidFill>
                  <a:schemeClr val="accent6">
                    <a:lumMod val="50000"/>
                  </a:schemeClr>
                </a:solidFill>
                <a:latin typeface="Consolas" pitchFamily="49" charset="0"/>
                <a:cs typeface="Consolas" pitchFamily="49" charset="0"/>
              </a:defRPr>
            </a:lvl3pPr>
            <a:lvl4pPr marL="327660" indent="0">
              <a:buNone/>
              <a:defRPr sz="1440">
                <a:latin typeface="Consolas" pitchFamily="49" charset="0"/>
                <a:cs typeface="Consolas" pitchFamily="49" charset="0"/>
              </a:defRPr>
            </a:lvl4pPr>
            <a:lvl5pPr marL="327660" indent="0">
              <a:buNone/>
              <a:defRPr sz="1440">
                <a:solidFill>
                  <a:srgbClr val="FF0000"/>
                </a:solidFill>
                <a:latin typeface="Consolas" pitchFamily="49" charset="0"/>
                <a:cs typeface="Consolas" pitchFamily="49" charset="0"/>
              </a:defRPr>
            </a:lvl5pPr>
            <a:lvl6pPr>
              <a:defRPr sz="2160"/>
            </a:lvl6pPr>
            <a:lvl7pPr>
              <a:defRPr sz="2160"/>
            </a:lvl7pPr>
            <a:lvl8pPr>
              <a:defRPr sz="2160"/>
            </a:lvl8pPr>
            <a:lvl9pPr>
              <a:defRPr sz="21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117781" y="2571744"/>
            <a:ext cx="3622115" cy="3943378"/>
          </a:xfrm>
          <a:noFill/>
        </p:spPr>
        <p:txBody>
          <a:bodyPr>
            <a:normAutofit/>
          </a:bodyPr>
          <a:lstStyle>
            <a:lvl1pPr marL="215266" indent="-215266">
              <a:buNone/>
              <a:defRPr sz="1440">
                <a:latin typeface="Consolas" pitchFamily="49" charset="0"/>
                <a:cs typeface="Consolas" pitchFamily="49" charset="0"/>
              </a:defRPr>
            </a:lvl1pPr>
            <a:lvl2pPr marL="0" indent="0">
              <a:buNone/>
              <a:defRPr sz="2160">
                <a:solidFill>
                  <a:srgbClr val="0070C0"/>
                </a:solidFill>
              </a:defRPr>
            </a:lvl2pPr>
            <a:lvl3pPr marL="428626" indent="-215266">
              <a:buFont typeface="Arial" pitchFamily="34" charset="0"/>
              <a:buChar char="•"/>
              <a:defRPr sz="1920"/>
            </a:lvl3pPr>
            <a:lvl4pPr>
              <a:defRPr sz="1680"/>
            </a:lvl4pPr>
            <a:lvl5pPr>
              <a:defRPr sz="1680"/>
            </a:lvl5pPr>
            <a:lvl6pPr>
              <a:defRPr sz="2160"/>
            </a:lvl6pPr>
            <a:lvl7pPr>
              <a:defRPr sz="2160"/>
            </a:lvl7pPr>
            <a:lvl8pPr>
              <a:defRPr sz="2160"/>
            </a:lvl8pPr>
            <a:lvl9pPr>
              <a:defRPr sz="2160"/>
            </a:lvl9pPr>
          </a:lstStyle>
          <a:p>
            <a:pPr lvl="0"/>
            <a:r>
              <a:rPr lang="en-US"/>
              <a:t>Click to edit Master text styles</a:t>
            </a:r>
          </a:p>
          <a:p>
            <a:pPr lvl="1"/>
            <a:r>
              <a:rPr lang="en-US"/>
              <a:t>Second level</a:t>
            </a:r>
          </a:p>
          <a:p>
            <a:pPr lvl="2"/>
            <a:r>
              <a:rPr lang="en-US"/>
              <a:t>Third level</a:t>
            </a:r>
          </a:p>
        </p:txBody>
      </p:sp>
      <p:sp>
        <p:nvSpPr>
          <p:cNvPr id="9" name="Rectangle 8"/>
          <p:cNvSpPr/>
          <p:nvPr/>
        </p:nvSpPr>
        <p:spPr>
          <a:xfrm>
            <a:off x="4953162" y="6515122"/>
            <a:ext cx="7245685" cy="342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680"/>
          </a:p>
        </p:txBody>
      </p:sp>
    </p:spTree>
    <p:extLst>
      <p:ext uri="{BB962C8B-B14F-4D97-AF65-F5344CB8AC3E}">
        <p14:creationId xmlns:p14="http://schemas.microsoft.com/office/powerpoint/2010/main" val="1571782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1_Two Content COD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1037019" y="1600200"/>
            <a:ext cx="7059247" cy="4526280"/>
          </a:xfrm>
        </p:spPr>
        <p:txBody>
          <a:bodyPr>
            <a:normAutofit/>
          </a:bodyPr>
          <a:lstStyle>
            <a:lvl1pPr marL="0" indent="0">
              <a:buNone/>
              <a:defRPr sz="1440">
                <a:latin typeface="Consolas" pitchFamily="49" charset="0"/>
                <a:cs typeface="Consolas" pitchFamily="49" charset="0"/>
              </a:defRPr>
            </a:lvl1pPr>
            <a:lvl2pPr marL="327660" indent="0">
              <a:buNone/>
              <a:defRPr sz="1440">
                <a:solidFill>
                  <a:srgbClr val="0070C0"/>
                </a:solidFill>
                <a:latin typeface="Consolas" pitchFamily="49" charset="0"/>
                <a:cs typeface="Consolas" pitchFamily="49" charset="0"/>
              </a:defRPr>
            </a:lvl2pPr>
            <a:lvl3pPr marL="327660" indent="0">
              <a:buNone/>
              <a:defRPr sz="1440" baseline="0">
                <a:solidFill>
                  <a:schemeClr val="accent6">
                    <a:lumMod val="50000"/>
                  </a:schemeClr>
                </a:solidFill>
                <a:latin typeface="Consolas" pitchFamily="49" charset="0"/>
                <a:cs typeface="Consolas" pitchFamily="49" charset="0"/>
              </a:defRPr>
            </a:lvl3pPr>
            <a:lvl4pPr marL="327660" indent="0">
              <a:buNone/>
              <a:defRPr sz="1440">
                <a:latin typeface="Consolas" pitchFamily="49" charset="0"/>
                <a:cs typeface="Consolas" pitchFamily="49" charset="0"/>
              </a:defRPr>
            </a:lvl4pPr>
            <a:lvl5pPr marL="327660" indent="0">
              <a:buNone/>
              <a:defRPr sz="1440">
                <a:solidFill>
                  <a:srgbClr val="FF0000"/>
                </a:solidFill>
                <a:latin typeface="Consolas" pitchFamily="49" charset="0"/>
                <a:cs typeface="Consolas" pitchFamily="49" charset="0"/>
              </a:defRPr>
            </a:lvl5pPr>
            <a:lvl6pPr>
              <a:defRPr sz="2160"/>
            </a:lvl6pPr>
            <a:lvl7pPr>
              <a:defRPr sz="2160"/>
            </a:lvl7pPr>
            <a:lvl8pPr>
              <a:defRPr sz="2160"/>
            </a:lvl8pPr>
            <a:lvl9pPr>
              <a:defRPr sz="21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191515" y="1600200"/>
            <a:ext cx="3622115" cy="4526280"/>
          </a:xfrm>
          <a:solidFill>
            <a:srgbClr val="EAEAEA"/>
          </a:solidFill>
        </p:spPr>
        <p:txBody>
          <a:bodyPr>
            <a:normAutofit/>
          </a:bodyPr>
          <a:lstStyle>
            <a:lvl1pPr marL="215266" indent="-215266">
              <a:buNone/>
              <a:defRPr sz="1440">
                <a:latin typeface="Consolas" pitchFamily="49" charset="0"/>
                <a:cs typeface="Consolas" pitchFamily="49" charset="0"/>
              </a:defRPr>
            </a:lvl1pPr>
            <a:lvl2pPr marL="0" indent="0">
              <a:buNone/>
              <a:defRPr sz="2160">
                <a:solidFill>
                  <a:srgbClr val="0070C0"/>
                </a:solidFill>
              </a:defRPr>
            </a:lvl2pPr>
            <a:lvl3pPr marL="428626" indent="-215266">
              <a:buFont typeface="Arial" pitchFamily="34" charset="0"/>
              <a:buChar char="•"/>
              <a:defRPr sz="1920"/>
            </a:lvl3pPr>
            <a:lvl4pPr>
              <a:defRPr sz="1680"/>
            </a:lvl4pPr>
            <a:lvl5pPr>
              <a:defRPr sz="1680"/>
            </a:lvl5pPr>
            <a:lvl6pPr>
              <a:defRPr sz="2160"/>
            </a:lvl6pPr>
            <a:lvl7pPr>
              <a:defRPr sz="2160"/>
            </a:lvl7pPr>
            <a:lvl8pPr>
              <a:defRPr sz="2160"/>
            </a:lvl8pPr>
            <a:lvl9pPr>
              <a:defRPr sz="2160"/>
            </a:lvl9pPr>
          </a:lstStyle>
          <a:p>
            <a:pPr lvl="0"/>
            <a:r>
              <a:rPr lang="en-US"/>
              <a:t>Click to edit Master text styles</a:t>
            </a:r>
          </a:p>
          <a:p>
            <a:pPr lvl="1"/>
            <a:r>
              <a:rPr lang="en-US"/>
              <a:t>Second level</a:t>
            </a:r>
          </a:p>
          <a:p>
            <a:pPr lvl="2"/>
            <a:r>
              <a:rPr lang="en-US"/>
              <a:t>Third level</a:t>
            </a:r>
          </a:p>
        </p:txBody>
      </p:sp>
      <p:sp>
        <p:nvSpPr>
          <p:cNvPr id="5" name="Date Placeholder 4"/>
          <p:cNvSpPr>
            <a:spLocks noGrp="1"/>
          </p:cNvSpPr>
          <p:nvPr>
            <p:ph type="dt" sz="half" idx="10"/>
          </p:nvPr>
        </p:nvSpPr>
        <p:spPr/>
        <p:txBody>
          <a:bodyPr/>
          <a:lstStyle/>
          <a:p>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8189108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609600" y="1535430"/>
            <a:ext cx="5386917" cy="640080"/>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609600" y="2175514"/>
            <a:ext cx="5386917" cy="3950970"/>
          </a:xfrm>
        </p:spPr>
        <p:txBody>
          <a:bodyPr/>
          <a:lstStyle>
            <a:lvl1pPr>
              <a:defRPr sz="288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Text Placeholder 4"/>
          <p:cNvSpPr>
            <a:spLocks noGrp="1"/>
          </p:cNvSpPr>
          <p:nvPr>
            <p:ph type="body" sz="quarter" idx="3"/>
          </p:nvPr>
        </p:nvSpPr>
        <p:spPr>
          <a:xfrm>
            <a:off x="6193376" y="1535430"/>
            <a:ext cx="5389033" cy="640080"/>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6193376" y="2175514"/>
            <a:ext cx="5389033" cy="3950970"/>
          </a:xfrm>
        </p:spPr>
        <p:txBody>
          <a:bodyPr/>
          <a:lstStyle>
            <a:lvl1pPr>
              <a:defRPr sz="288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p:cNvSpPr>
            <a:spLocks noGrp="1"/>
          </p:cNvSpPr>
          <p:nvPr>
            <p:ph type="dt" sz="half" idx="10"/>
          </p:nvPr>
        </p:nvSpPr>
        <p:spPr/>
        <p:txBody>
          <a:bodyPr/>
          <a:lstStyle/>
          <a:p>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6753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8993" y="1508392"/>
            <a:ext cx="3611691" cy="1162050"/>
          </a:xfrm>
        </p:spPr>
        <p:txBody>
          <a:bodyPr anchor="b"/>
          <a:lstStyle>
            <a:lvl1pPr algn="l">
              <a:defRPr sz="2400" b="1">
                <a:effectLst/>
              </a:defRPr>
            </a:lvl1pPr>
          </a:lstStyle>
          <a:p>
            <a:r>
              <a:rPr lang="en-US"/>
              <a:t>Click to edit Master title style</a:t>
            </a:r>
            <a:endParaRPr lang="id-ID"/>
          </a:p>
        </p:txBody>
      </p:sp>
      <p:sp>
        <p:nvSpPr>
          <p:cNvPr id="3" name="Content Placeholder 2"/>
          <p:cNvSpPr>
            <a:spLocks noGrp="1"/>
          </p:cNvSpPr>
          <p:nvPr>
            <p:ph idx="1"/>
          </p:nvPr>
        </p:nvSpPr>
        <p:spPr>
          <a:xfrm>
            <a:off x="4766733" y="272416"/>
            <a:ext cx="6815667" cy="5854064"/>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p:cNvSpPr>
            <a:spLocks noGrp="1"/>
          </p:cNvSpPr>
          <p:nvPr>
            <p:ph type="body" sz="half" idx="2"/>
          </p:nvPr>
        </p:nvSpPr>
        <p:spPr>
          <a:xfrm>
            <a:off x="1008993" y="2724282"/>
            <a:ext cx="3611691" cy="3402199"/>
          </a:xfrm>
        </p:spPr>
        <p:txBody>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32655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76370" y="4766434"/>
            <a:ext cx="7755465" cy="601856"/>
          </a:xfrm>
        </p:spPr>
        <p:txBody>
          <a:bodyPr anchor="b"/>
          <a:lstStyle>
            <a:lvl1pPr algn="l">
              <a:defRPr sz="2400" b="1"/>
            </a:lvl1pPr>
          </a:lstStyle>
          <a:p>
            <a:r>
              <a:rPr lang="en-US"/>
              <a:t>Click to edit Master title style</a:t>
            </a:r>
            <a:endParaRPr lang="id-ID"/>
          </a:p>
        </p:txBody>
      </p:sp>
      <p:sp>
        <p:nvSpPr>
          <p:cNvPr id="3" name="Picture Placeholder 2"/>
          <p:cNvSpPr>
            <a:spLocks noGrp="1"/>
          </p:cNvSpPr>
          <p:nvPr>
            <p:ph type="pic" idx="1"/>
          </p:nvPr>
        </p:nvSpPr>
        <p:spPr>
          <a:xfrm>
            <a:off x="3076371" y="365764"/>
            <a:ext cx="7755467" cy="43624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id-ID"/>
          </a:p>
        </p:txBody>
      </p:sp>
      <p:sp>
        <p:nvSpPr>
          <p:cNvPr id="4" name="Text Placeholder 3"/>
          <p:cNvSpPr>
            <a:spLocks noGrp="1"/>
          </p:cNvSpPr>
          <p:nvPr>
            <p:ph type="body" sz="half" idx="2"/>
          </p:nvPr>
        </p:nvSpPr>
        <p:spPr>
          <a:xfrm>
            <a:off x="3076371" y="5319910"/>
            <a:ext cx="7755472" cy="852294"/>
          </a:xfrm>
        </p:spPr>
        <p:txBody>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4412634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211412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05453" y="274321"/>
            <a:ext cx="2743200" cy="6082337"/>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2970924" y="274321"/>
            <a:ext cx="5931328" cy="60823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246987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chor="ctr"/>
          <a:lstStyle>
            <a:lvl1pPr marL="752476" indent="-436246">
              <a:spcBef>
                <a:spcPts val="2160"/>
              </a:spcBef>
              <a:defRPr sz="2880">
                <a:latin typeface="Gill Sans MT Condensed" pitchFamily="34" charset="0"/>
              </a:defRPr>
            </a:lvl1pPr>
            <a:lvl2pPr marL="1082040" indent="-329566">
              <a:spcBef>
                <a:spcPts val="0"/>
              </a:spcBef>
              <a:spcAft>
                <a:spcPts val="1440"/>
              </a:spcAft>
              <a:defRPr sz="2880">
                <a:solidFill>
                  <a:schemeClr val="bg1">
                    <a:lumMod val="50000"/>
                  </a:schemeClr>
                </a:solidFill>
                <a:effectLst/>
                <a:latin typeface="Gill Sans MT Condensed" pitchFamily="34" charset="0"/>
              </a:defRPr>
            </a:lvl2pPr>
            <a:lvl3pPr marL="1398270" indent="-300990">
              <a:defRPr sz="2880">
                <a:latin typeface="Gill Sans MT Condensed" pitchFamily="34" charset="0"/>
              </a:defRPr>
            </a:lvl3pPr>
            <a:lvl4pPr marL="1727836" indent="-329566">
              <a:defRPr>
                <a:latin typeface="Gill Sans MT Condensed" pitchFamily="34" charset="0"/>
              </a:defRPr>
            </a:lvl4pPr>
            <a:lvl5pPr marL="2044066" indent="-316230">
              <a:defRPr>
                <a:latin typeface="Gill Sans MT Condensed"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0"/>
          <p:cNvSpPr>
            <a:spLocks noGrp="1"/>
          </p:cNvSpPr>
          <p:nvPr>
            <p:ph type="title"/>
          </p:nvPr>
        </p:nvSpPr>
        <p:spPr/>
        <p:txBody>
          <a:bodyPr/>
          <a:lstStyle/>
          <a:p>
            <a:r>
              <a:rPr lang="en-US"/>
              <a:t>Click to edit Master title style</a:t>
            </a:r>
            <a:endParaRPr lang="id-ID"/>
          </a:p>
        </p:txBody>
      </p:sp>
    </p:spTree>
    <p:extLst>
      <p:ext uri="{BB962C8B-B14F-4D97-AF65-F5344CB8AC3E}">
        <p14:creationId xmlns:p14="http://schemas.microsoft.com/office/powerpoint/2010/main" val="19135178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id-ID"/>
          </a:p>
        </p:txBody>
      </p:sp>
    </p:spTree>
    <p:extLst>
      <p:ext uri="{BB962C8B-B14F-4D97-AF65-F5344CB8AC3E}">
        <p14:creationId xmlns:p14="http://schemas.microsoft.com/office/powerpoint/2010/main" val="172385344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AFE9AC9D-C5D9-41E9-4CB1-495C5981407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5666" b="-1"/>
          <a:stretch/>
        </p:blipFill>
        <p:spPr>
          <a:xfrm>
            <a:off x="-64168" y="25620"/>
            <a:ext cx="12965581" cy="6832380"/>
          </a:xfrm>
          <a:prstGeom prst="rect">
            <a:avLst/>
          </a:prstGeom>
        </p:spPr>
      </p:pic>
      <p:sp>
        <p:nvSpPr>
          <p:cNvPr id="2" name="Date Placeholder 1"/>
          <p:cNvSpPr>
            <a:spLocks noGrp="1"/>
          </p:cNvSpPr>
          <p:nvPr>
            <p:ph type="dt" sz="half" idx="10"/>
          </p:nvPr>
        </p:nvSpPr>
        <p:spPr/>
        <p:txBody>
          <a:bodyPr/>
          <a:lstStyle/>
          <a:p>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6" name="Title 1"/>
          <p:cNvSpPr>
            <a:spLocks noGrp="1"/>
          </p:cNvSpPr>
          <p:nvPr>
            <p:ph type="title"/>
          </p:nvPr>
        </p:nvSpPr>
        <p:spPr>
          <a:xfrm>
            <a:off x="1751000" y="2859881"/>
            <a:ext cx="9422837" cy="1143000"/>
          </a:xfrm>
        </p:spPr>
        <p:txBody>
          <a:bodyPr>
            <a:normAutofit/>
          </a:bodyPr>
          <a:lstStyle>
            <a:lvl1pPr>
              <a:defRPr sz="320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85040260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Slide">
  <p:cSld name="2_Title Slide">
    <p:spTree>
      <p:nvGrpSpPr>
        <p:cNvPr id="1" name="Shape 17"/>
        <p:cNvGrpSpPr/>
        <p:nvPr/>
      </p:nvGrpSpPr>
      <p:grpSpPr>
        <a:xfrm>
          <a:off x="0" y="0"/>
          <a:ext cx="0" cy="0"/>
          <a:chOff x="0" y="0"/>
          <a:chExt cx="0" cy="0"/>
        </a:xfrm>
      </p:grpSpPr>
      <p:sp>
        <p:nvSpPr>
          <p:cNvPr id="19" name="Google Shape;19;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1167311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and Content">
  <p:cSld name="2_Title and Content">
    <p:spTree>
      <p:nvGrpSpPr>
        <p:cNvPr id="1" name="Shape 20"/>
        <p:cNvGrpSpPr/>
        <p:nvPr/>
      </p:nvGrpSpPr>
      <p:grpSpPr>
        <a:xfrm>
          <a:off x="0" y="0"/>
          <a:ext cx="0" cy="0"/>
          <a:chOff x="0" y="0"/>
          <a:chExt cx="0" cy="0"/>
        </a:xfrm>
      </p:grpSpPr>
      <p:sp>
        <p:nvSpPr>
          <p:cNvPr id="23" name="Google Shape;23;p17"/>
          <p:cNvSpPr txBox="1">
            <a:spLocks noGrp="1"/>
          </p:cNvSpPr>
          <p:nvPr>
            <p:ph type="title"/>
          </p:nvPr>
        </p:nvSpPr>
        <p:spPr>
          <a:xfrm>
            <a:off x="521207" y="448056"/>
            <a:ext cx="6877119" cy="64008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A3838"/>
              </a:buClr>
              <a:buSzPts val="2800"/>
              <a:buFont typeface="Calibri"/>
              <a:buNone/>
              <a:defRPr sz="2800">
                <a:solidFill>
                  <a:srgbClr val="3A383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body" idx="1"/>
          </p:nvPr>
        </p:nvSpPr>
        <p:spPr>
          <a:xfrm>
            <a:off x="539496" y="1435608"/>
            <a:ext cx="4416552" cy="3977640"/>
          </a:xfrm>
          <a:prstGeom prst="rect">
            <a:avLst/>
          </a:prstGeom>
          <a:noFill/>
          <a:ln>
            <a:noFill/>
          </a:ln>
        </p:spPr>
        <p:txBody>
          <a:bodyPr spcFirstLastPara="1" wrap="square" lIns="91425" tIns="45700" rIns="91425" bIns="45700" anchor="t" anchorCtr="0">
            <a:normAutofit/>
          </a:bodyPr>
          <a:lstStyle>
            <a:lvl1pPr marL="457200" lvl="0" indent="-304800" algn="l">
              <a:lnSpc>
                <a:spcPct val="90000"/>
              </a:lnSpc>
              <a:spcBef>
                <a:spcPts val="1000"/>
              </a:spcBef>
              <a:spcAft>
                <a:spcPts val="0"/>
              </a:spcAft>
              <a:buClr>
                <a:srgbClr val="3F3F3F"/>
              </a:buClr>
              <a:buSzPts val="1200"/>
              <a:buChar char="•"/>
              <a:defRPr sz="1200">
                <a:solidFill>
                  <a:srgbClr val="3F3F3F"/>
                </a:solidFill>
              </a:defRPr>
            </a:lvl1pPr>
            <a:lvl2pPr marL="914400" lvl="1" indent="-304800" algn="l">
              <a:lnSpc>
                <a:spcPct val="90000"/>
              </a:lnSpc>
              <a:spcBef>
                <a:spcPts val="500"/>
              </a:spcBef>
              <a:spcAft>
                <a:spcPts val="0"/>
              </a:spcAft>
              <a:buClr>
                <a:srgbClr val="3F3F3F"/>
              </a:buClr>
              <a:buSzPts val="1200"/>
              <a:buChar char="•"/>
              <a:defRPr sz="1200">
                <a:solidFill>
                  <a:srgbClr val="3F3F3F"/>
                </a:solidFill>
              </a:defRPr>
            </a:lvl2pPr>
            <a:lvl3pPr marL="1371600" lvl="2" indent="-304800" algn="l">
              <a:lnSpc>
                <a:spcPct val="90000"/>
              </a:lnSpc>
              <a:spcBef>
                <a:spcPts val="500"/>
              </a:spcBef>
              <a:spcAft>
                <a:spcPts val="0"/>
              </a:spcAft>
              <a:buClr>
                <a:srgbClr val="3F3F3F"/>
              </a:buClr>
              <a:buSzPts val="1200"/>
              <a:buChar char="•"/>
              <a:defRPr sz="1200">
                <a:solidFill>
                  <a:srgbClr val="3F3F3F"/>
                </a:solidFill>
              </a:defRPr>
            </a:lvl3pPr>
            <a:lvl4pPr marL="1828800" lvl="3" indent="-304800" algn="l">
              <a:lnSpc>
                <a:spcPct val="90000"/>
              </a:lnSpc>
              <a:spcBef>
                <a:spcPts val="500"/>
              </a:spcBef>
              <a:spcAft>
                <a:spcPts val="0"/>
              </a:spcAft>
              <a:buClr>
                <a:srgbClr val="3F3F3F"/>
              </a:buClr>
              <a:buSzPts val="1200"/>
              <a:buChar char="•"/>
              <a:defRPr sz="1200">
                <a:solidFill>
                  <a:srgbClr val="3F3F3F"/>
                </a:solidFill>
              </a:defRPr>
            </a:lvl4pPr>
            <a:lvl5pPr marL="2286000" lvl="4" indent="-304800" algn="l">
              <a:lnSpc>
                <a:spcPct val="90000"/>
              </a:lnSpc>
              <a:spcBef>
                <a:spcPts val="500"/>
              </a:spcBef>
              <a:spcAft>
                <a:spcPts val="0"/>
              </a:spcAft>
              <a:buClr>
                <a:srgbClr val="3F3F3F"/>
              </a:buClr>
              <a:buSzPts val="1200"/>
              <a:buChar char="•"/>
              <a:defRPr sz="1200">
                <a:solidFill>
                  <a:srgbClr val="3F3F3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17"/>
          <p:cNvSpPr txBox="1">
            <a:spLocks noGrp="1"/>
          </p:cNvSpPr>
          <p:nvPr>
            <p:ph type="dt" idx="10"/>
          </p:nvPr>
        </p:nvSpPr>
        <p:spPr>
          <a:xfrm>
            <a:off x="539496" y="6203952"/>
            <a:ext cx="3276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7"/>
          <p:cNvSpPr txBox="1">
            <a:spLocks noGrp="1"/>
          </p:cNvSpPr>
          <p:nvPr>
            <p:ph type="ftr" idx="11"/>
          </p:nvPr>
        </p:nvSpPr>
        <p:spPr>
          <a:xfrm>
            <a:off x="4648200" y="6203952"/>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sldNum" idx="12"/>
          </p:nvPr>
        </p:nvSpPr>
        <p:spPr>
          <a:xfrm>
            <a:off x="8371926" y="6203952"/>
            <a:ext cx="3276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345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1_Blank">
    <p:spTree>
      <p:nvGrpSpPr>
        <p:cNvPr id="1" name="Shape 28"/>
        <p:cNvGrpSpPr/>
        <p:nvPr/>
      </p:nvGrpSpPr>
      <p:grpSpPr>
        <a:xfrm>
          <a:off x="0" y="0"/>
          <a:ext cx="0" cy="0"/>
          <a:chOff x="0" y="0"/>
          <a:chExt cx="0" cy="0"/>
        </a:xfrm>
      </p:grpSpPr>
      <p:sp>
        <p:nvSpPr>
          <p:cNvPr id="29" name="Google Shape;29;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2287006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32"/>
        <p:cNvGrpSpPr/>
        <p:nvPr/>
      </p:nvGrpSpPr>
      <p:grpSpPr>
        <a:xfrm>
          <a:off x="0" y="0"/>
          <a:ext cx="0" cy="0"/>
          <a:chOff x="0" y="0"/>
          <a:chExt cx="0" cy="0"/>
        </a:xfrm>
      </p:grpSpPr>
      <p:sp>
        <p:nvSpPr>
          <p:cNvPr id="35" name="Google Shape;35;p19"/>
          <p:cNvSpPr txBox="1">
            <a:spLocks noGrp="1"/>
          </p:cNvSpPr>
          <p:nvPr>
            <p:ph type="title"/>
          </p:nvPr>
        </p:nvSpPr>
        <p:spPr>
          <a:xfrm>
            <a:off x="521208" y="1536192"/>
            <a:ext cx="6876288" cy="6400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9"/>
          <p:cNvSpPr txBox="1">
            <a:spLocks noGrp="1"/>
          </p:cNvSpPr>
          <p:nvPr>
            <p:ph type="body" idx="1"/>
          </p:nvPr>
        </p:nvSpPr>
        <p:spPr>
          <a:xfrm>
            <a:off x="539496" y="2560320"/>
            <a:ext cx="9445752" cy="397764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rgbClr val="3F3F3F"/>
              </a:buClr>
              <a:buSzPts val="2400"/>
              <a:buChar char="•"/>
              <a:defRPr sz="2400">
                <a:solidFill>
                  <a:srgbClr val="3F3F3F"/>
                </a:solidFill>
                <a:latin typeface="Calibri"/>
                <a:ea typeface="Calibri"/>
                <a:cs typeface="Calibri"/>
                <a:sym typeface="Calibri"/>
              </a:defRPr>
            </a:lvl1pPr>
            <a:lvl2pPr marL="914400" lvl="1" indent="-304800" algn="l">
              <a:lnSpc>
                <a:spcPct val="90000"/>
              </a:lnSpc>
              <a:spcBef>
                <a:spcPts val="500"/>
              </a:spcBef>
              <a:spcAft>
                <a:spcPts val="0"/>
              </a:spcAft>
              <a:buClr>
                <a:srgbClr val="3F3F3F"/>
              </a:buClr>
              <a:buSzPts val="1200"/>
              <a:buChar char="•"/>
              <a:defRPr sz="1200">
                <a:solidFill>
                  <a:srgbClr val="3F3F3F"/>
                </a:solidFill>
              </a:defRPr>
            </a:lvl2pPr>
            <a:lvl3pPr marL="1371600" lvl="2" indent="-304800" algn="l">
              <a:lnSpc>
                <a:spcPct val="90000"/>
              </a:lnSpc>
              <a:spcBef>
                <a:spcPts val="500"/>
              </a:spcBef>
              <a:spcAft>
                <a:spcPts val="0"/>
              </a:spcAft>
              <a:buClr>
                <a:srgbClr val="3F3F3F"/>
              </a:buClr>
              <a:buSzPts val="1200"/>
              <a:buChar char="•"/>
              <a:defRPr sz="1200">
                <a:solidFill>
                  <a:srgbClr val="3F3F3F"/>
                </a:solidFill>
              </a:defRPr>
            </a:lvl3pPr>
            <a:lvl4pPr marL="1828800" lvl="3" indent="-304800" algn="l">
              <a:lnSpc>
                <a:spcPct val="90000"/>
              </a:lnSpc>
              <a:spcBef>
                <a:spcPts val="500"/>
              </a:spcBef>
              <a:spcAft>
                <a:spcPts val="0"/>
              </a:spcAft>
              <a:buClr>
                <a:srgbClr val="3F3F3F"/>
              </a:buClr>
              <a:buSzPts val="1200"/>
              <a:buChar char="•"/>
              <a:defRPr sz="1200">
                <a:solidFill>
                  <a:srgbClr val="3F3F3F"/>
                </a:solidFill>
              </a:defRPr>
            </a:lvl4pPr>
            <a:lvl5pPr marL="2286000" lvl="4" indent="-304800" algn="l">
              <a:lnSpc>
                <a:spcPct val="90000"/>
              </a:lnSpc>
              <a:spcBef>
                <a:spcPts val="500"/>
              </a:spcBef>
              <a:spcAft>
                <a:spcPts val="0"/>
              </a:spcAft>
              <a:buClr>
                <a:srgbClr val="3F3F3F"/>
              </a:buClr>
              <a:buSzPts val="1200"/>
              <a:buChar char="•"/>
              <a:defRPr sz="1200">
                <a:solidFill>
                  <a:srgbClr val="3F3F3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988742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69021" y="274320"/>
            <a:ext cx="8759563" cy="1143000"/>
          </a:xfrm>
          <a:prstGeom prst="rect">
            <a:avLst/>
          </a:prstGeom>
        </p:spPr>
        <p:txBody>
          <a:bodyPr vert="horz" lIns="91440" tIns="45720" rIns="91440" bIns="45720" rtlCol="0" anchor="t">
            <a:normAutofit/>
          </a:bodyPr>
          <a:lstStyle/>
          <a:p>
            <a:r>
              <a:rPr lang="en-US"/>
              <a:t>Click to edit Master title style</a:t>
            </a:r>
            <a:endParaRPr lang="id-ID"/>
          </a:p>
        </p:txBody>
      </p:sp>
      <p:sp>
        <p:nvSpPr>
          <p:cNvPr id="3" name="Text Placeholder 2"/>
          <p:cNvSpPr>
            <a:spLocks noGrp="1"/>
          </p:cNvSpPr>
          <p:nvPr>
            <p:ph type="body" idx="1"/>
          </p:nvPr>
        </p:nvSpPr>
        <p:spPr>
          <a:xfrm>
            <a:off x="1163144" y="1600200"/>
            <a:ext cx="10720552" cy="481951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p:txBody>
      </p:sp>
      <p:sp>
        <p:nvSpPr>
          <p:cNvPr id="4" name="Date Placeholder 3"/>
          <p:cNvSpPr>
            <a:spLocks noGrp="1"/>
          </p:cNvSpPr>
          <p:nvPr>
            <p:ph type="dt" sz="half" idx="2"/>
          </p:nvPr>
        </p:nvSpPr>
        <p:spPr>
          <a:xfrm>
            <a:off x="175187" y="6508007"/>
            <a:ext cx="2844800" cy="238060"/>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D"/>
          </a:p>
        </p:txBody>
      </p:sp>
      <p:sp>
        <p:nvSpPr>
          <p:cNvPr id="5" name="Footer Placeholder 4"/>
          <p:cNvSpPr>
            <a:spLocks noGrp="1"/>
          </p:cNvSpPr>
          <p:nvPr>
            <p:ph type="ftr" sz="quarter" idx="3"/>
          </p:nvPr>
        </p:nvSpPr>
        <p:spPr>
          <a:xfrm>
            <a:off x="3139098" y="6508007"/>
            <a:ext cx="5787697" cy="23806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9031880" y="6508007"/>
            <a:ext cx="2844800" cy="238060"/>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pic>
        <p:nvPicPr>
          <p:cNvPr id="10" name="image2.jpg">
            <a:extLst>
              <a:ext uri="{FF2B5EF4-FFF2-40B4-BE49-F238E27FC236}">
                <a16:creationId xmlns:a16="http://schemas.microsoft.com/office/drawing/2014/main" id="{9787BA3B-9C75-D240-19C1-CCA3DEABD109}"/>
              </a:ext>
            </a:extLst>
          </p:cNvPr>
          <p:cNvPicPr/>
          <p:nvPr/>
        </p:nvPicPr>
        <p:blipFill>
          <a:blip r:embed="rId21"/>
          <a:srcRect/>
          <a:stretch>
            <a:fillRect/>
          </a:stretch>
        </p:blipFill>
        <p:spPr>
          <a:xfrm>
            <a:off x="1163144" y="91440"/>
            <a:ext cx="2878667" cy="731520"/>
          </a:xfrm>
          <a:prstGeom prst="rect">
            <a:avLst/>
          </a:prstGeom>
          <a:ln/>
        </p:spPr>
      </p:pic>
      <p:pic>
        <p:nvPicPr>
          <p:cNvPr id="11" name="image3.jpg">
            <a:extLst>
              <a:ext uri="{FF2B5EF4-FFF2-40B4-BE49-F238E27FC236}">
                <a16:creationId xmlns:a16="http://schemas.microsoft.com/office/drawing/2014/main" id="{13565980-1C7C-23DA-E507-4D1605024EA5}"/>
              </a:ext>
            </a:extLst>
          </p:cNvPr>
          <p:cNvPicPr/>
          <p:nvPr/>
        </p:nvPicPr>
        <p:blipFill>
          <a:blip r:embed="rId22"/>
          <a:srcRect/>
          <a:stretch>
            <a:fillRect/>
          </a:stretch>
        </p:blipFill>
        <p:spPr>
          <a:xfrm>
            <a:off x="248611" y="-66637"/>
            <a:ext cx="762000" cy="4099560"/>
          </a:xfrm>
          <a:prstGeom prst="rect">
            <a:avLst/>
          </a:prstGeom>
          <a:ln/>
        </p:spPr>
      </p:pic>
    </p:spTree>
    <p:extLst>
      <p:ext uri="{BB962C8B-B14F-4D97-AF65-F5344CB8AC3E}">
        <p14:creationId xmlns:p14="http://schemas.microsoft.com/office/powerpoint/2010/main" val="2434708989"/>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Lst>
  <p:hf sldNum="0" hdr="0" ftr="0" dt="0"/>
  <p:txStyles>
    <p:titleStyle>
      <a:lvl1pPr algn="r" defTabSz="1097280" rtl="0" eaLnBrk="1" latinLnBrk="0" hangingPunct="1">
        <a:spcBef>
          <a:spcPct val="0"/>
        </a:spcBef>
        <a:buNone/>
        <a:defRPr sz="3360" b="1" kern="1200" cap="small" baseline="0">
          <a:solidFill>
            <a:schemeClr val="accent6">
              <a:lumMod val="75000"/>
            </a:schemeClr>
          </a:solidFill>
          <a:effectLst/>
          <a:latin typeface="Segoe UI Light" pitchFamily="34" charset="0"/>
          <a:ea typeface="+mj-ea"/>
          <a:cs typeface="+mj-cs"/>
        </a:defRPr>
      </a:lvl1pPr>
    </p:titleStyle>
    <p:bodyStyle>
      <a:lvl1pPr marL="411480" indent="-411480" algn="l" defTabSz="1097280" rtl="0" eaLnBrk="1" latinLnBrk="0" hangingPunct="1">
        <a:spcBef>
          <a:spcPct val="20000"/>
        </a:spcBef>
        <a:buFont typeface="Courier New" pitchFamily="49" charset="0"/>
        <a:buChar char="o"/>
        <a:defRPr sz="3360" kern="1200">
          <a:solidFill>
            <a:schemeClr val="tx1"/>
          </a:solidFill>
          <a:latin typeface="Gill Sans MT Condensed" pitchFamily="34" charset="0"/>
          <a:ea typeface="+mn-ea"/>
          <a:cs typeface="+mn-cs"/>
        </a:defRPr>
      </a:lvl1pPr>
      <a:lvl2pPr marL="891540" indent="-342900" algn="l" defTabSz="1097280" rtl="0" eaLnBrk="1" latinLnBrk="0" hangingPunct="1">
        <a:spcBef>
          <a:spcPct val="20000"/>
        </a:spcBef>
        <a:buFont typeface="Arial" pitchFamily="34" charset="0"/>
        <a:buChar char="•"/>
        <a:defRPr sz="2880" kern="1200">
          <a:solidFill>
            <a:schemeClr val="accent6"/>
          </a:solidFill>
          <a:latin typeface="Gill Sans MT Condensed" pitchFamily="34" charset="0"/>
          <a:ea typeface="+mn-ea"/>
          <a:cs typeface="+mn-cs"/>
        </a:defRPr>
      </a:lvl2pPr>
      <a:lvl3pPr marL="1371600" indent="-274320" algn="l" defTabSz="1097280" rtl="0" eaLnBrk="1" latinLnBrk="0" hangingPunct="1">
        <a:spcBef>
          <a:spcPct val="20000"/>
        </a:spcBef>
        <a:buFont typeface="Wingdings" pitchFamily="2" charset="2"/>
        <a:buChar char="ü"/>
        <a:defRPr sz="2400" kern="1200">
          <a:solidFill>
            <a:schemeClr val="tx1"/>
          </a:solidFill>
          <a:latin typeface="Gill Sans MT Condensed" pitchFamily="34" charset="0"/>
          <a:ea typeface="+mn-ea"/>
          <a:cs typeface="+mn-cs"/>
        </a:defRPr>
      </a:lvl3pPr>
      <a:lvl4pPr marL="1920240" indent="-274320" algn="l" defTabSz="1097280" rtl="0" eaLnBrk="1" latinLnBrk="0" hangingPunct="1">
        <a:spcBef>
          <a:spcPct val="20000"/>
        </a:spcBef>
        <a:buFont typeface="Courier New" pitchFamily="49" charset="0"/>
        <a:buChar char="o"/>
        <a:defRPr sz="2160" kern="1200">
          <a:solidFill>
            <a:schemeClr val="tx1"/>
          </a:solidFill>
          <a:latin typeface="Gill Sans MT Condensed" pitchFamily="34" charset="0"/>
          <a:ea typeface="+mn-ea"/>
          <a:cs typeface="+mn-cs"/>
        </a:defRPr>
      </a:lvl4pPr>
      <a:lvl5pPr marL="2468880" indent="-274320" algn="l" defTabSz="1097280" rtl="0" eaLnBrk="1" latinLnBrk="0" hangingPunct="1">
        <a:spcBef>
          <a:spcPct val="20000"/>
        </a:spcBef>
        <a:buFont typeface="Courier New" pitchFamily="49" charset="0"/>
        <a:buChar char="o"/>
        <a:defRPr sz="2160" kern="1200">
          <a:solidFill>
            <a:schemeClr val="tx1"/>
          </a:solidFill>
          <a:latin typeface="Gill Sans MT Condensed" pitchFamily="34" charset="0"/>
          <a:ea typeface="+mn-ea"/>
          <a:cs typeface="+mn-cs"/>
        </a:defRPr>
      </a:lvl5pPr>
      <a:lvl6pPr marL="301752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616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480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344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id-ID"/>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8" name="Google Shape;108;p1"/>
          <p:cNvSpPr txBox="1">
            <a:spLocks noGrp="1"/>
          </p:cNvSpPr>
          <p:nvPr>
            <p:ph type="title"/>
          </p:nvPr>
        </p:nvSpPr>
        <p:spPr>
          <a:xfrm>
            <a:off x="838200" y="1542942"/>
            <a:ext cx="10515600" cy="238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Calibri"/>
              <a:buNone/>
            </a:pPr>
            <a:r>
              <a:rPr lang="en-US" sz="3200" b="1">
                <a:solidFill>
                  <a:schemeClr val="lt1"/>
                </a:solidFill>
              </a:rPr>
              <a:t>Pemrograman Berorientasi Objek</a:t>
            </a:r>
            <a:endParaRPr sz="3200" b="1">
              <a:solidFill>
                <a:schemeClr val="lt1"/>
              </a:solidFill>
            </a:endParaRPr>
          </a:p>
        </p:txBody>
      </p:sp>
      <p:sp>
        <p:nvSpPr>
          <p:cNvPr id="109" name="Google Shape;109;p1"/>
          <p:cNvSpPr txBox="1">
            <a:spLocks noGrp="1"/>
          </p:cNvSpPr>
          <p:nvPr>
            <p:ph type="subTitle" idx="4294967295"/>
          </p:nvPr>
        </p:nvSpPr>
        <p:spPr>
          <a:xfrm>
            <a:off x="0" y="3155950"/>
            <a:ext cx="5630863" cy="113665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lt1"/>
              </a:buClr>
              <a:buSzPts val="2400"/>
              <a:buFont typeface="Arial"/>
              <a:buNone/>
            </a:pPr>
            <a:r>
              <a:rPr lang="en-US" sz="2400" b="0" i="0" u="none" strike="noStrike" cap="none">
                <a:solidFill>
                  <a:schemeClr val="lt1"/>
                </a:solidFill>
                <a:latin typeface="Calibri"/>
                <a:ea typeface="Calibri"/>
                <a:cs typeface="Calibri"/>
                <a:sym typeface="Calibri"/>
              </a:rPr>
              <a:t>Encapsulation</a:t>
            </a:r>
            <a:endParaRPr sz="2400" b="0" i="0" u="none" strike="noStrike" cap="none">
              <a:solidFill>
                <a:schemeClr val="lt1"/>
              </a:solidFill>
              <a:latin typeface="Calibri"/>
              <a:ea typeface="Calibri"/>
              <a:cs typeface="Calibri"/>
              <a:sym typeface="Calibri"/>
            </a:endParaRPr>
          </a:p>
        </p:txBody>
      </p:sp>
      <p:sp>
        <p:nvSpPr>
          <p:cNvPr id="2" name="Google Shape;117;p2">
            <a:extLst>
              <a:ext uri="{FF2B5EF4-FFF2-40B4-BE49-F238E27FC236}">
                <a16:creationId xmlns:a16="http://schemas.microsoft.com/office/drawing/2014/main" id="{A1D38407-4244-D28C-A753-67BC762EA911}"/>
              </a:ext>
            </a:extLst>
          </p:cNvPr>
          <p:cNvSpPr txBox="1"/>
          <p:nvPr/>
        </p:nvSpPr>
        <p:spPr>
          <a:xfrm>
            <a:off x="1238561" y="2509660"/>
            <a:ext cx="10727752"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dirty="0">
                <a:solidFill>
                  <a:schemeClr val="dk1"/>
                </a:solidFill>
                <a:latin typeface="Roboto"/>
                <a:ea typeface="Roboto"/>
                <a:cs typeface="Roboto"/>
                <a:sym typeface="Roboto"/>
              </a:rPr>
              <a:t>PEMROGRAMAN BERORIENTASI OBJEK</a:t>
            </a:r>
            <a:endParaRPr sz="3600" b="1" i="0" u="none" strike="noStrike" cap="none" dirty="0">
              <a:solidFill>
                <a:schemeClr val="dk1"/>
              </a:solidFill>
              <a:latin typeface="Calibri"/>
              <a:ea typeface="Calibri"/>
              <a:cs typeface="Calibri"/>
              <a:sym typeface="Calibri"/>
            </a:endParaRPr>
          </a:p>
        </p:txBody>
      </p:sp>
      <p:sp>
        <p:nvSpPr>
          <p:cNvPr id="3" name="Google Shape;117;p2">
            <a:extLst>
              <a:ext uri="{FF2B5EF4-FFF2-40B4-BE49-F238E27FC236}">
                <a16:creationId xmlns:a16="http://schemas.microsoft.com/office/drawing/2014/main" id="{F3DC3FE2-0804-0FD8-D291-FE36E5290F65}"/>
              </a:ext>
            </a:extLst>
          </p:cNvPr>
          <p:cNvSpPr txBox="1"/>
          <p:nvPr/>
        </p:nvSpPr>
        <p:spPr>
          <a:xfrm>
            <a:off x="1238561" y="3226581"/>
            <a:ext cx="10727752"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dirty="0">
                <a:solidFill>
                  <a:schemeClr val="accent6">
                    <a:lumMod val="75000"/>
                  </a:schemeClr>
                </a:solidFill>
                <a:latin typeface="Roboto"/>
                <a:ea typeface="Roboto"/>
                <a:cs typeface="Roboto"/>
                <a:sym typeface="Roboto"/>
              </a:rPr>
              <a:t>ENKAPSULASI</a:t>
            </a:r>
            <a:endParaRPr sz="3600" b="0" i="0" u="none" strike="noStrike" cap="none" dirty="0">
              <a:solidFill>
                <a:schemeClr val="accent6">
                  <a:lumMod val="75000"/>
                </a:schemeClr>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4" name="Google Shape;114;p2"/>
          <p:cNvPicPr preferRelativeResize="0"/>
          <p:nvPr/>
        </p:nvPicPr>
        <p:blipFill rotWithShape="1">
          <a:blip r:embed="rId3">
            <a:alphaModFix/>
          </a:blip>
          <a:srcRect/>
          <a:stretch/>
        </p:blipFill>
        <p:spPr>
          <a:xfrm>
            <a:off x="9426625" y="321173"/>
            <a:ext cx="2765375" cy="2714075"/>
          </a:xfrm>
          <a:prstGeom prst="rect">
            <a:avLst/>
          </a:prstGeom>
          <a:noFill/>
          <a:ln>
            <a:noFill/>
          </a:ln>
        </p:spPr>
      </p:pic>
      <p:sp>
        <p:nvSpPr>
          <p:cNvPr id="115" name="Google Shape;115;p2"/>
          <p:cNvSpPr txBox="1">
            <a:spLocks noGrp="1"/>
          </p:cNvSpPr>
          <p:nvPr>
            <p:ph type="title"/>
          </p:nvPr>
        </p:nvSpPr>
        <p:spPr>
          <a:xfrm>
            <a:off x="957306" y="884628"/>
            <a:ext cx="6877119" cy="64008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3A3838"/>
              </a:buClr>
              <a:buSzPts val="2800"/>
              <a:buFont typeface="Calibri"/>
              <a:buNone/>
            </a:pPr>
            <a:r>
              <a:rPr lang="en-US" sz="3200" b="1" dirty="0">
                <a:latin typeface="Calibri"/>
                <a:ea typeface="Calibri"/>
                <a:cs typeface="Calibri"/>
                <a:sym typeface="Calibri"/>
              </a:rPr>
              <a:t>PENGENALAN</a:t>
            </a:r>
            <a:endParaRPr sz="3200" b="1" dirty="0">
              <a:latin typeface="Calibri"/>
              <a:ea typeface="Calibri"/>
              <a:cs typeface="Calibri"/>
              <a:sym typeface="Calibri"/>
            </a:endParaRPr>
          </a:p>
        </p:txBody>
      </p:sp>
      <p:sp>
        <p:nvSpPr>
          <p:cNvPr id="116" name="Google Shape;116;p2"/>
          <p:cNvSpPr txBox="1"/>
          <p:nvPr/>
        </p:nvSpPr>
        <p:spPr>
          <a:xfrm>
            <a:off x="541610" y="1524708"/>
            <a:ext cx="4321704" cy="3871518"/>
          </a:xfrm>
          <a:prstGeom prst="rect">
            <a:avLst/>
          </a:prstGeom>
          <a:noFill/>
          <a:ln>
            <a:noFill/>
          </a:ln>
        </p:spPr>
        <p:txBody>
          <a:bodyPr spcFirstLastPara="1" wrap="square" lIns="91425" tIns="45700" rIns="91425" bIns="45700" anchor="t" anchorCtr="0">
            <a:normAutofit/>
          </a:bodyPr>
          <a:lstStyle/>
          <a:p>
            <a:pPr marL="0" marR="0" lvl="0" indent="0" algn="l" rtl="0">
              <a:lnSpc>
                <a:spcPct val="150000"/>
              </a:lnSpc>
              <a:spcBef>
                <a:spcPts val="0"/>
              </a:spcBef>
              <a:spcAft>
                <a:spcPts val="0"/>
              </a:spcAft>
              <a:buClr>
                <a:srgbClr val="3F3F3F"/>
              </a:buClr>
              <a:buSzPts val="1200"/>
              <a:buFont typeface="Arial"/>
              <a:buNone/>
            </a:pPr>
            <a:endParaRPr sz="1200" b="0" i="0" u="none" strike="noStrike" cap="none">
              <a:solidFill>
                <a:srgbClr val="3F3F3F"/>
              </a:solidFill>
              <a:latin typeface="Quattrocento Sans"/>
              <a:ea typeface="Quattrocento Sans"/>
              <a:cs typeface="Quattrocento Sans"/>
              <a:sym typeface="Quattrocento Sans"/>
            </a:endParaRPr>
          </a:p>
        </p:txBody>
      </p:sp>
      <p:sp>
        <p:nvSpPr>
          <p:cNvPr id="117" name="Google Shape;117;p2"/>
          <p:cNvSpPr txBox="1"/>
          <p:nvPr/>
        </p:nvSpPr>
        <p:spPr>
          <a:xfrm>
            <a:off x="1091638" y="2017026"/>
            <a:ext cx="10727752" cy="23083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dirty="0" err="1">
                <a:solidFill>
                  <a:schemeClr val="dk1"/>
                </a:solidFill>
                <a:latin typeface="Roboto"/>
                <a:ea typeface="Roboto"/>
                <a:cs typeface="Roboto"/>
                <a:sym typeface="Roboto"/>
              </a:rPr>
              <a:t>Enkapsulasi</a:t>
            </a:r>
            <a:r>
              <a:rPr lang="en-US" sz="3600" b="0" i="0" u="none" strike="noStrike" cap="none" dirty="0">
                <a:solidFill>
                  <a:schemeClr val="dk1"/>
                </a:solidFill>
                <a:latin typeface="Roboto"/>
                <a:ea typeface="Roboto"/>
                <a:cs typeface="Roboto"/>
                <a:sym typeface="Roboto"/>
              </a:rPr>
              <a:t> </a:t>
            </a:r>
            <a:r>
              <a:rPr lang="en-US" sz="3600" b="0" i="1" u="none" strike="noStrike" cap="none" dirty="0">
                <a:solidFill>
                  <a:schemeClr val="dk1"/>
                </a:solidFill>
                <a:latin typeface="Roboto"/>
                <a:ea typeface="Roboto"/>
                <a:cs typeface="Roboto"/>
                <a:sym typeface="Roboto"/>
              </a:rPr>
              <a:t>(encapsulation)</a:t>
            </a:r>
            <a:r>
              <a:rPr lang="en-US" sz="3600" b="0" i="0" u="none" strike="noStrike" cap="none" dirty="0">
                <a:solidFill>
                  <a:schemeClr val="dk1"/>
                </a:solidFill>
                <a:latin typeface="Roboto"/>
                <a:ea typeface="Roboto"/>
                <a:cs typeface="Roboto"/>
                <a:sym typeface="Roboto"/>
              </a:rPr>
              <a:t> </a:t>
            </a:r>
            <a:r>
              <a:rPr lang="en-US" sz="3600" b="0" i="0" u="none" strike="noStrike" cap="none" dirty="0" err="1">
                <a:solidFill>
                  <a:schemeClr val="dk1"/>
                </a:solidFill>
                <a:latin typeface="Roboto"/>
                <a:ea typeface="Roboto"/>
                <a:cs typeface="Roboto"/>
                <a:sym typeface="Roboto"/>
              </a:rPr>
              <a:t>adalah</a:t>
            </a:r>
            <a:r>
              <a:rPr lang="en-US" sz="3600" b="0" i="0" u="none" strike="noStrike" cap="none" dirty="0">
                <a:solidFill>
                  <a:schemeClr val="dk1"/>
                </a:solidFill>
                <a:latin typeface="Roboto"/>
                <a:ea typeface="Roboto"/>
                <a:cs typeface="Roboto"/>
                <a:sym typeface="Roboto"/>
              </a:rPr>
              <a:t> </a:t>
            </a:r>
            <a:r>
              <a:rPr lang="en-US" sz="3600" b="0" i="0" u="none" strike="noStrike" cap="none" dirty="0" err="1">
                <a:solidFill>
                  <a:schemeClr val="dk1"/>
                </a:solidFill>
                <a:latin typeface="Roboto"/>
                <a:ea typeface="Roboto"/>
                <a:cs typeface="Roboto"/>
                <a:sym typeface="Roboto"/>
              </a:rPr>
              <a:t>pembungkusan</a:t>
            </a:r>
            <a:r>
              <a:rPr lang="en-US" sz="3600" b="0" i="0" u="none" strike="noStrike" cap="none" dirty="0">
                <a:solidFill>
                  <a:schemeClr val="dk1"/>
                </a:solidFill>
                <a:latin typeface="Roboto"/>
                <a:ea typeface="Roboto"/>
                <a:cs typeface="Roboto"/>
                <a:sym typeface="Roboto"/>
              </a:rPr>
              <a:t> data </a:t>
            </a:r>
            <a:r>
              <a:rPr lang="en-US" sz="3600" b="0" i="0" u="none" strike="noStrike" cap="none" dirty="0" err="1">
                <a:solidFill>
                  <a:schemeClr val="dk1"/>
                </a:solidFill>
                <a:latin typeface="Roboto"/>
                <a:ea typeface="Roboto"/>
                <a:cs typeface="Roboto"/>
                <a:sym typeface="Roboto"/>
              </a:rPr>
              <a:t>atau</a:t>
            </a:r>
            <a:r>
              <a:rPr lang="en-US" sz="3600" b="0" i="0" u="none" strike="noStrike" cap="none" dirty="0">
                <a:solidFill>
                  <a:schemeClr val="dk1"/>
                </a:solidFill>
                <a:latin typeface="Roboto"/>
                <a:ea typeface="Roboto"/>
                <a:cs typeface="Roboto"/>
                <a:sym typeface="Roboto"/>
              </a:rPr>
              <a:t> </a:t>
            </a:r>
            <a:r>
              <a:rPr lang="en-US" sz="3600" b="0" i="0" u="none" strike="noStrike" cap="none" dirty="0" err="1">
                <a:solidFill>
                  <a:schemeClr val="dk1"/>
                </a:solidFill>
                <a:latin typeface="Roboto"/>
                <a:ea typeface="Roboto"/>
                <a:cs typeface="Roboto"/>
                <a:sym typeface="Roboto"/>
              </a:rPr>
              <a:t>penyembunyian</a:t>
            </a:r>
            <a:r>
              <a:rPr lang="en-US" sz="3600" b="0" i="0" u="none" strike="noStrike" cap="none" dirty="0">
                <a:solidFill>
                  <a:schemeClr val="dk1"/>
                </a:solidFill>
                <a:latin typeface="Roboto"/>
                <a:ea typeface="Roboto"/>
                <a:cs typeface="Roboto"/>
                <a:sym typeface="Roboto"/>
              </a:rPr>
              <a:t> data-data </a:t>
            </a:r>
            <a:r>
              <a:rPr lang="en-US" sz="3600" b="0" i="0" u="none" strike="noStrike" cap="none" dirty="0" err="1">
                <a:solidFill>
                  <a:schemeClr val="dk1"/>
                </a:solidFill>
                <a:latin typeface="Roboto"/>
                <a:ea typeface="Roboto"/>
                <a:cs typeface="Roboto"/>
                <a:sym typeface="Roboto"/>
              </a:rPr>
              <a:t>privat</a:t>
            </a:r>
            <a:r>
              <a:rPr lang="en-US" sz="3600" b="0" i="0" u="none" strike="noStrike" cap="none" dirty="0">
                <a:solidFill>
                  <a:schemeClr val="dk1"/>
                </a:solidFill>
                <a:latin typeface="Roboto"/>
                <a:ea typeface="Roboto"/>
                <a:cs typeface="Roboto"/>
                <a:sym typeface="Roboto"/>
              </a:rPr>
              <a:t> </a:t>
            </a:r>
            <a:r>
              <a:rPr lang="en-US" sz="3600" b="0" i="0" u="none" strike="noStrike" cap="none" dirty="0" err="1">
                <a:solidFill>
                  <a:schemeClr val="dk1"/>
                </a:solidFill>
                <a:latin typeface="Roboto"/>
                <a:ea typeface="Roboto"/>
                <a:cs typeface="Roboto"/>
                <a:sym typeface="Roboto"/>
              </a:rPr>
              <a:t>dari</a:t>
            </a:r>
            <a:r>
              <a:rPr lang="en-US" sz="3600" b="0" i="0" u="none" strike="noStrike" cap="none" dirty="0">
                <a:solidFill>
                  <a:schemeClr val="dk1"/>
                </a:solidFill>
                <a:latin typeface="Roboto"/>
                <a:ea typeface="Roboto"/>
                <a:cs typeface="Roboto"/>
                <a:sym typeface="Roboto"/>
              </a:rPr>
              <a:t> </a:t>
            </a:r>
            <a:r>
              <a:rPr lang="en-US" sz="3600" b="0" i="0" u="none" strike="noStrike" cap="none" dirty="0" err="1">
                <a:solidFill>
                  <a:schemeClr val="dk1"/>
                </a:solidFill>
                <a:latin typeface="Roboto"/>
                <a:ea typeface="Roboto"/>
                <a:cs typeface="Roboto"/>
                <a:sym typeface="Roboto"/>
              </a:rPr>
              <a:t>suatu</a:t>
            </a:r>
            <a:r>
              <a:rPr lang="en-US" sz="3600" b="0" i="0" u="none" strike="noStrike" cap="none" dirty="0">
                <a:solidFill>
                  <a:schemeClr val="dk1"/>
                </a:solidFill>
                <a:latin typeface="Roboto"/>
                <a:ea typeface="Roboto"/>
                <a:cs typeface="Roboto"/>
                <a:sym typeface="Roboto"/>
              </a:rPr>
              <a:t> </a:t>
            </a:r>
            <a:r>
              <a:rPr lang="en-US" sz="3600" b="0" i="0" u="none" strike="noStrike" cap="none" dirty="0" err="1">
                <a:solidFill>
                  <a:schemeClr val="dk1"/>
                </a:solidFill>
                <a:latin typeface="Roboto"/>
                <a:ea typeface="Roboto"/>
                <a:cs typeface="Roboto"/>
                <a:sym typeface="Roboto"/>
              </a:rPr>
              <a:t>obyek</a:t>
            </a:r>
            <a:r>
              <a:rPr lang="en-US" sz="3600" b="0" i="0" u="none" strike="noStrike" cap="none" dirty="0">
                <a:solidFill>
                  <a:schemeClr val="dk1"/>
                </a:solidFill>
                <a:latin typeface="Roboto"/>
                <a:ea typeface="Roboto"/>
                <a:cs typeface="Roboto"/>
                <a:sym typeface="Roboto"/>
              </a:rPr>
              <a:t> </a:t>
            </a:r>
            <a:r>
              <a:rPr lang="en-US" sz="3600" b="0" i="0" u="none" strike="noStrike" cap="none" dirty="0" err="1">
                <a:solidFill>
                  <a:schemeClr val="dk1"/>
                </a:solidFill>
                <a:latin typeface="Roboto"/>
                <a:ea typeface="Roboto"/>
                <a:cs typeface="Roboto"/>
                <a:sym typeface="Roboto"/>
              </a:rPr>
              <a:t>sehingga</a:t>
            </a:r>
            <a:r>
              <a:rPr lang="en-US" sz="3600" b="0" i="0" u="none" strike="noStrike" cap="none" dirty="0">
                <a:solidFill>
                  <a:schemeClr val="dk1"/>
                </a:solidFill>
                <a:latin typeface="Roboto"/>
                <a:ea typeface="Roboto"/>
                <a:cs typeface="Roboto"/>
                <a:sym typeface="Roboto"/>
              </a:rPr>
              <a:t> </a:t>
            </a:r>
            <a:r>
              <a:rPr lang="en-US" sz="3600" b="0" i="0" u="none" strike="noStrike" cap="none" dirty="0" err="1">
                <a:solidFill>
                  <a:schemeClr val="dk1"/>
                </a:solidFill>
                <a:latin typeface="Roboto"/>
                <a:ea typeface="Roboto"/>
                <a:cs typeface="Roboto"/>
                <a:sym typeface="Roboto"/>
              </a:rPr>
              <a:t>tidak</a:t>
            </a:r>
            <a:r>
              <a:rPr lang="en-US" sz="3600" b="0" i="0" u="none" strike="noStrike" cap="none" dirty="0">
                <a:solidFill>
                  <a:schemeClr val="dk1"/>
                </a:solidFill>
                <a:latin typeface="Roboto"/>
                <a:ea typeface="Roboto"/>
                <a:cs typeface="Roboto"/>
                <a:sym typeface="Roboto"/>
              </a:rPr>
              <a:t> </a:t>
            </a:r>
            <a:r>
              <a:rPr lang="en-US" sz="3600" b="0" i="0" u="none" strike="noStrike" cap="none" dirty="0" err="1">
                <a:solidFill>
                  <a:schemeClr val="dk1"/>
                </a:solidFill>
                <a:latin typeface="Roboto"/>
                <a:ea typeface="Roboto"/>
                <a:cs typeface="Roboto"/>
                <a:sym typeface="Roboto"/>
              </a:rPr>
              <a:t>dapat</a:t>
            </a:r>
            <a:r>
              <a:rPr lang="en-US" sz="3600" b="0" i="0" u="none" strike="noStrike" cap="none" dirty="0">
                <a:solidFill>
                  <a:schemeClr val="dk1"/>
                </a:solidFill>
                <a:latin typeface="Roboto"/>
                <a:ea typeface="Roboto"/>
                <a:cs typeface="Roboto"/>
                <a:sym typeface="Roboto"/>
              </a:rPr>
              <a:t> </a:t>
            </a:r>
            <a:r>
              <a:rPr lang="en-US" sz="3600" b="0" i="0" u="none" strike="noStrike" cap="none" dirty="0" err="1">
                <a:solidFill>
                  <a:schemeClr val="dk1"/>
                </a:solidFill>
                <a:latin typeface="Roboto"/>
                <a:ea typeface="Roboto"/>
                <a:cs typeface="Roboto"/>
                <a:sym typeface="Roboto"/>
              </a:rPr>
              <a:t>diakses</a:t>
            </a:r>
            <a:r>
              <a:rPr lang="en-US" sz="3600" b="0" i="0" u="none" strike="noStrike" cap="none" dirty="0">
                <a:solidFill>
                  <a:schemeClr val="dk1"/>
                </a:solidFill>
                <a:latin typeface="Roboto"/>
                <a:ea typeface="Roboto"/>
                <a:cs typeface="Roboto"/>
                <a:sym typeface="Roboto"/>
              </a:rPr>
              <a:t> </a:t>
            </a:r>
            <a:r>
              <a:rPr lang="en-US" sz="3600" b="0" i="0" u="none" strike="noStrike" cap="none" dirty="0" err="1">
                <a:solidFill>
                  <a:schemeClr val="dk1"/>
                </a:solidFill>
                <a:latin typeface="Roboto"/>
                <a:ea typeface="Roboto"/>
                <a:cs typeface="Roboto"/>
                <a:sym typeface="Roboto"/>
              </a:rPr>
              <a:t>dari</a:t>
            </a:r>
            <a:r>
              <a:rPr lang="en-US" sz="3600" b="0" i="0" u="none" strike="noStrike" cap="none" dirty="0">
                <a:solidFill>
                  <a:schemeClr val="dk1"/>
                </a:solidFill>
                <a:latin typeface="Roboto"/>
                <a:ea typeface="Roboto"/>
                <a:cs typeface="Roboto"/>
                <a:sym typeface="Roboto"/>
              </a:rPr>
              <a:t> </a:t>
            </a:r>
            <a:r>
              <a:rPr lang="en-US" sz="3600" b="0" i="0" u="none" strike="noStrike" cap="none" dirty="0" err="1">
                <a:solidFill>
                  <a:schemeClr val="dk1"/>
                </a:solidFill>
                <a:latin typeface="Roboto"/>
                <a:ea typeface="Roboto"/>
                <a:cs typeface="Roboto"/>
                <a:sym typeface="Roboto"/>
              </a:rPr>
              <a:t>obyek</a:t>
            </a:r>
            <a:r>
              <a:rPr lang="en-US" sz="3600" b="0" i="0" u="none" strike="noStrike" cap="none" dirty="0">
                <a:solidFill>
                  <a:schemeClr val="dk1"/>
                </a:solidFill>
                <a:latin typeface="Roboto"/>
                <a:ea typeface="Roboto"/>
                <a:cs typeface="Roboto"/>
                <a:sym typeface="Roboto"/>
              </a:rPr>
              <a:t> lain.</a:t>
            </a:r>
            <a:endParaRPr sz="36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3"/>
          <p:cNvSpPr txBox="1">
            <a:spLocks noGrp="1"/>
          </p:cNvSpPr>
          <p:nvPr>
            <p:ph type="title"/>
          </p:nvPr>
        </p:nvSpPr>
        <p:spPr>
          <a:xfrm>
            <a:off x="1142966" y="1543037"/>
            <a:ext cx="3619525" cy="942982"/>
          </a:xfrm>
        </p:spPr>
        <p:txBody>
          <a:bodyPr spcFirstLastPara="1" lIns="91425" tIns="45700" rIns="91425" bIns="45700" anchor="b" anchorCtr="0">
            <a:normAutofit/>
          </a:bodyPr>
          <a:lstStyle/>
          <a:p>
            <a:pPr marL="0" lvl="0" indent="0" rtl="0">
              <a:spcBef>
                <a:spcPts val="0"/>
              </a:spcBef>
              <a:spcAft>
                <a:spcPts val="0"/>
              </a:spcAft>
              <a:buClr>
                <a:srgbClr val="3A3838"/>
              </a:buClr>
              <a:buSzPts val="2800"/>
              <a:buFont typeface="Calibri"/>
              <a:buNone/>
            </a:pPr>
            <a:r>
              <a:rPr lang="en-US" b="1"/>
              <a:t>Mengapa dan bagaimana?</a:t>
            </a:r>
          </a:p>
        </p:txBody>
      </p:sp>
      <p:sp>
        <p:nvSpPr>
          <p:cNvPr id="129" name="Content Placeholder 3">
            <a:extLst>
              <a:ext uri="{FF2B5EF4-FFF2-40B4-BE49-F238E27FC236}">
                <a16:creationId xmlns:a16="http://schemas.microsoft.com/office/drawing/2014/main" id="{6D8D981C-F5BD-EB50-BC21-F3BB0D93015D}"/>
              </a:ext>
            </a:extLst>
          </p:cNvPr>
          <p:cNvSpPr>
            <a:spLocks noGrp="1"/>
          </p:cNvSpPr>
          <p:nvPr>
            <p:ph sz="half" idx="2"/>
          </p:nvPr>
        </p:nvSpPr>
        <p:spPr>
          <a:xfrm>
            <a:off x="1117781" y="2571744"/>
            <a:ext cx="3622115" cy="3943378"/>
          </a:xfrm>
        </p:spPr>
        <p:txBody>
          <a:bodyPr/>
          <a:lstStyle/>
          <a:p>
            <a:endParaRPr lang="en-US"/>
          </a:p>
        </p:txBody>
      </p:sp>
      <p:graphicFrame>
        <p:nvGraphicFramePr>
          <p:cNvPr id="126" name="Google Shape;123;p3">
            <a:extLst>
              <a:ext uri="{FF2B5EF4-FFF2-40B4-BE49-F238E27FC236}">
                <a16:creationId xmlns:a16="http://schemas.microsoft.com/office/drawing/2014/main" id="{64D723C4-AFF8-C8FC-D553-F3D86E3828E6}"/>
              </a:ext>
            </a:extLst>
          </p:cNvPr>
          <p:cNvGraphicFramePr/>
          <p:nvPr>
            <p:extLst>
              <p:ext uri="{D42A27DB-BD31-4B8C-83A1-F6EECF244321}">
                <p14:modId xmlns:p14="http://schemas.microsoft.com/office/powerpoint/2010/main" val="2421040974"/>
              </p:ext>
            </p:extLst>
          </p:nvPr>
        </p:nvGraphicFramePr>
        <p:xfrm>
          <a:off x="4952992" y="342881"/>
          <a:ext cx="6953299" cy="61722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4"/>
          <p:cNvSpPr txBox="1">
            <a:spLocks noGrp="1"/>
          </p:cNvSpPr>
          <p:nvPr>
            <p:ph type="title"/>
          </p:nvPr>
        </p:nvSpPr>
        <p:spPr>
          <a:xfrm>
            <a:off x="1041711" y="659072"/>
            <a:ext cx="6877119" cy="64008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3A3838"/>
              </a:buClr>
              <a:buSzPts val="2800"/>
              <a:buFont typeface="Calibri"/>
              <a:buNone/>
            </a:pPr>
            <a:r>
              <a:rPr lang="en-US" b="1" dirty="0" err="1">
                <a:latin typeface="Calibri"/>
                <a:ea typeface="Calibri"/>
                <a:cs typeface="Calibri"/>
                <a:sym typeface="Calibri"/>
              </a:rPr>
              <a:t>Lebih</a:t>
            </a:r>
            <a:r>
              <a:rPr lang="en-US" b="1" dirty="0">
                <a:latin typeface="Calibri"/>
                <a:ea typeface="Calibri"/>
                <a:cs typeface="Calibri"/>
                <a:sym typeface="Calibri"/>
              </a:rPr>
              <a:t> </a:t>
            </a:r>
            <a:r>
              <a:rPr lang="en-US" b="1" dirty="0" err="1">
                <a:latin typeface="Calibri"/>
                <a:ea typeface="Calibri"/>
                <a:cs typeface="Calibri"/>
                <a:sym typeface="Calibri"/>
              </a:rPr>
              <a:t>lanjut</a:t>
            </a:r>
            <a:r>
              <a:rPr lang="en-US" b="1" dirty="0">
                <a:latin typeface="Calibri"/>
                <a:ea typeface="Calibri"/>
                <a:cs typeface="Calibri"/>
                <a:sym typeface="Calibri"/>
              </a:rPr>
              <a:t> </a:t>
            </a:r>
            <a:r>
              <a:rPr lang="en-US" b="1" dirty="0" err="1">
                <a:latin typeface="Calibri"/>
                <a:ea typeface="Calibri"/>
                <a:cs typeface="Calibri"/>
                <a:sym typeface="Calibri"/>
              </a:rPr>
              <a:t>tentang</a:t>
            </a:r>
            <a:r>
              <a:rPr lang="en-US" b="1" dirty="0">
                <a:latin typeface="Calibri"/>
                <a:ea typeface="Calibri"/>
                <a:cs typeface="Calibri"/>
                <a:sym typeface="Calibri"/>
              </a:rPr>
              <a:t> </a:t>
            </a:r>
            <a:r>
              <a:rPr lang="en-US" b="1" dirty="0" err="1">
                <a:latin typeface="Calibri"/>
                <a:ea typeface="Calibri"/>
                <a:cs typeface="Calibri"/>
                <a:sym typeface="Calibri"/>
              </a:rPr>
              <a:t>Enkapsulasi</a:t>
            </a:r>
            <a:endParaRPr b="1" dirty="0">
              <a:latin typeface="Calibri"/>
              <a:ea typeface="Calibri"/>
              <a:cs typeface="Calibri"/>
              <a:sym typeface="Calibri"/>
            </a:endParaRPr>
          </a:p>
        </p:txBody>
      </p:sp>
      <p:sp>
        <p:nvSpPr>
          <p:cNvPr id="129" name="Google Shape;129;p4"/>
          <p:cNvSpPr txBox="1">
            <a:spLocks noGrp="1"/>
          </p:cNvSpPr>
          <p:nvPr>
            <p:ph type="body" idx="1"/>
          </p:nvPr>
        </p:nvSpPr>
        <p:spPr>
          <a:xfrm>
            <a:off x="1231922" y="1793417"/>
            <a:ext cx="10960078" cy="506458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rgbClr val="3F3F3F"/>
              </a:buClr>
              <a:buSzPts val="1800"/>
              <a:buFont typeface="Arial"/>
              <a:buChar char="•"/>
            </a:pPr>
            <a:r>
              <a:rPr lang="en-US" sz="1800" b="1" dirty="0">
                <a:latin typeface="Arial"/>
                <a:ea typeface="Arial"/>
                <a:cs typeface="Arial"/>
                <a:sym typeface="Arial"/>
              </a:rPr>
              <a:t>Data Hiding</a:t>
            </a:r>
            <a:r>
              <a:rPr lang="en-US" sz="1800" dirty="0">
                <a:latin typeface="Arial"/>
                <a:ea typeface="Arial"/>
                <a:cs typeface="Arial"/>
                <a:sym typeface="Arial"/>
              </a:rPr>
              <a:t>: Cara </a:t>
            </a:r>
            <a:r>
              <a:rPr lang="en-US" sz="1800" dirty="0" err="1">
                <a:latin typeface="Arial"/>
                <a:ea typeface="Arial"/>
                <a:cs typeface="Arial"/>
                <a:sym typeface="Arial"/>
              </a:rPr>
              <a:t>membatasi</a:t>
            </a:r>
            <a:r>
              <a:rPr lang="en-US" sz="1800" dirty="0">
                <a:latin typeface="Arial"/>
                <a:ea typeface="Arial"/>
                <a:cs typeface="Arial"/>
                <a:sym typeface="Arial"/>
              </a:rPr>
              <a:t> </a:t>
            </a:r>
            <a:r>
              <a:rPr lang="en-US" sz="1800" dirty="0" err="1">
                <a:latin typeface="Arial"/>
                <a:ea typeface="Arial"/>
                <a:cs typeface="Arial"/>
                <a:sym typeface="Arial"/>
              </a:rPr>
              <a:t>akses</a:t>
            </a:r>
            <a:r>
              <a:rPr lang="en-US" sz="1800" dirty="0">
                <a:latin typeface="Arial"/>
                <a:ea typeface="Arial"/>
                <a:cs typeface="Arial"/>
                <a:sym typeface="Arial"/>
              </a:rPr>
              <a:t> </a:t>
            </a:r>
            <a:r>
              <a:rPr lang="en-US" sz="1800" dirty="0" err="1">
                <a:latin typeface="Arial"/>
                <a:ea typeface="Arial"/>
                <a:cs typeface="Arial"/>
                <a:sym typeface="Arial"/>
              </a:rPr>
              <a:t>ke</a:t>
            </a:r>
            <a:r>
              <a:rPr lang="en-US" sz="1800" dirty="0">
                <a:latin typeface="Arial"/>
                <a:ea typeface="Arial"/>
                <a:cs typeface="Arial"/>
                <a:sym typeface="Arial"/>
              </a:rPr>
              <a:t> </a:t>
            </a:r>
            <a:r>
              <a:rPr lang="en-US" sz="1800" dirty="0" err="1">
                <a:latin typeface="Arial"/>
                <a:ea typeface="Arial"/>
                <a:cs typeface="Arial"/>
                <a:sym typeface="Arial"/>
              </a:rPr>
              <a:t>suatu</a:t>
            </a:r>
            <a:r>
              <a:rPr lang="en-US" sz="1800" dirty="0">
                <a:latin typeface="Arial"/>
                <a:ea typeface="Arial"/>
                <a:cs typeface="Arial"/>
                <a:sym typeface="Arial"/>
              </a:rPr>
              <a:t> </a:t>
            </a:r>
            <a:r>
              <a:rPr lang="en-US" sz="1800" dirty="0" err="1">
                <a:latin typeface="Arial"/>
                <a:ea typeface="Arial"/>
                <a:cs typeface="Arial"/>
                <a:sym typeface="Arial"/>
              </a:rPr>
              <a:t>bagian</a:t>
            </a:r>
            <a:r>
              <a:rPr lang="en-US" sz="1800" dirty="0">
                <a:latin typeface="Arial"/>
                <a:ea typeface="Arial"/>
                <a:cs typeface="Arial"/>
                <a:sym typeface="Arial"/>
              </a:rPr>
              <a:t> </a:t>
            </a:r>
            <a:r>
              <a:rPr lang="en-US" sz="1800" dirty="0" err="1">
                <a:latin typeface="Arial"/>
                <a:ea typeface="Arial"/>
                <a:cs typeface="Arial"/>
                <a:sym typeface="Arial"/>
              </a:rPr>
              <a:t>tertentu</a:t>
            </a:r>
            <a:r>
              <a:rPr lang="en-US" sz="1800" dirty="0">
                <a:latin typeface="Arial"/>
                <a:ea typeface="Arial"/>
                <a:cs typeface="Arial"/>
                <a:sym typeface="Arial"/>
              </a:rPr>
              <a:t> (</a:t>
            </a:r>
            <a:r>
              <a:rPr lang="en-US" sz="1800" dirty="0" err="1">
                <a:latin typeface="Arial"/>
                <a:ea typeface="Arial"/>
                <a:cs typeface="Arial"/>
                <a:sym typeface="Arial"/>
              </a:rPr>
              <a:t>baik</a:t>
            </a:r>
            <a:r>
              <a:rPr lang="en-US" sz="1800" dirty="0">
                <a:latin typeface="Arial"/>
                <a:ea typeface="Arial"/>
                <a:cs typeface="Arial"/>
                <a:sym typeface="Arial"/>
              </a:rPr>
              <a:t> </a:t>
            </a:r>
            <a:r>
              <a:rPr lang="en-US" sz="1800" dirty="0" err="1">
                <a:latin typeface="Arial"/>
                <a:ea typeface="Arial"/>
                <a:cs typeface="Arial"/>
                <a:sym typeface="Arial"/>
              </a:rPr>
              <a:t>itu</a:t>
            </a:r>
            <a:r>
              <a:rPr lang="en-US" sz="1800" dirty="0">
                <a:latin typeface="Arial"/>
                <a:ea typeface="Arial"/>
                <a:cs typeface="Arial"/>
                <a:sym typeface="Arial"/>
              </a:rPr>
              <a:t> methods </a:t>
            </a:r>
            <a:r>
              <a:rPr lang="en-US" sz="1800" dirty="0" err="1">
                <a:latin typeface="Arial"/>
                <a:ea typeface="Arial"/>
                <a:cs typeface="Arial"/>
                <a:sym typeface="Arial"/>
              </a:rPr>
              <a:t>atau</a:t>
            </a:r>
            <a:r>
              <a:rPr lang="en-US" sz="1800" dirty="0">
                <a:latin typeface="Arial"/>
                <a:ea typeface="Arial"/>
                <a:cs typeface="Arial"/>
                <a:sym typeface="Arial"/>
              </a:rPr>
              <a:t> variable </a:t>
            </a:r>
            <a:r>
              <a:rPr lang="en-US" sz="1800" dirty="0" err="1">
                <a:latin typeface="Arial"/>
                <a:ea typeface="Arial"/>
                <a:cs typeface="Arial"/>
                <a:sym typeface="Arial"/>
              </a:rPr>
              <a:t>didalam</a:t>
            </a:r>
            <a:r>
              <a:rPr lang="en-US" sz="1800" dirty="0">
                <a:latin typeface="Arial"/>
                <a:ea typeface="Arial"/>
                <a:cs typeface="Arial"/>
                <a:sym typeface="Arial"/>
              </a:rPr>
              <a:t> </a:t>
            </a:r>
            <a:r>
              <a:rPr lang="en-US" sz="1800" dirty="0" err="1">
                <a:latin typeface="Arial"/>
                <a:ea typeface="Arial"/>
                <a:cs typeface="Arial"/>
                <a:sym typeface="Arial"/>
              </a:rPr>
              <a:t>suatu</a:t>
            </a:r>
            <a:r>
              <a:rPr lang="en-US" sz="1800" dirty="0">
                <a:latin typeface="Arial"/>
                <a:ea typeface="Arial"/>
                <a:cs typeface="Arial"/>
                <a:sym typeface="Arial"/>
              </a:rPr>
              <a:t> class) </a:t>
            </a:r>
            <a:r>
              <a:rPr lang="en-US" sz="1800" dirty="0" err="1">
                <a:latin typeface="Arial"/>
                <a:ea typeface="Arial"/>
                <a:cs typeface="Arial"/>
                <a:sym typeface="Arial"/>
              </a:rPr>
              <a:t>dengan</a:t>
            </a:r>
            <a:r>
              <a:rPr lang="en-US" sz="1800" dirty="0">
                <a:latin typeface="Arial"/>
                <a:ea typeface="Arial"/>
                <a:cs typeface="Arial"/>
                <a:sym typeface="Arial"/>
              </a:rPr>
              <a:t> </a:t>
            </a:r>
            <a:r>
              <a:rPr lang="en-US" sz="1800" dirty="0" err="1">
                <a:latin typeface="Arial"/>
                <a:ea typeface="Arial"/>
                <a:cs typeface="Arial"/>
                <a:sym typeface="Arial"/>
              </a:rPr>
              <a:t>cara</a:t>
            </a:r>
            <a:r>
              <a:rPr lang="en-US" sz="1800" dirty="0">
                <a:latin typeface="Arial"/>
                <a:ea typeface="Arial"/>
                <a:cs typeface="Arial"/>
                <a:sym typeface="Arial"/>
              </a:rPr>
              <a:t> </a:t>
            </a:r>
            <a:r>
              <a:rPr lang="en-US" sz="1800" dirty="0" err="1">
                <a:latin typeface="Arial"/>
                <a:ea typeface="Arial"/>
                <a:cs typeface="Arial"/>
                <a:sym typeface="Arial"/>
              </a:rPr>
              <a:t>menyembunyikan</a:t>
            </a:r>
            <a:r>
              <a:rPr lang="en-US" sz="1800" dirty="0">
                <a:latin typeface="Arial"/>
                <a:ea typeface="Arial"/>
                <a:cs typeface="Arial"/>
                <a:sym typeface="Arial"/>
              </a:rPr>
              <a:t> detail </a:t>
            </a:r>
            <a:r>
              <a:rPr lang="en-US" sz="1800" dirty="0" err="1">
                <a:latin typeface="Arial"/>
                <a:ea typeface="Arial"/>
                <a:cs typeface="Arial"/>
                <a:sym typeface="Arial"/>
              </a:rPr>
              <a:t>implementasi</a:t>
            </a:r>
            <a:r>
              <a:rPr lang="en-US" sz="1800" dirty="0">
                <a:latin typeface="Arial"/>
                <a:ea typeface="Arial"/>
                <a:cs typeface="Arial"/>
                <a:sym typeface="Arial"/>
              </a:rPr>
              <a:t>. </a:t>
            </a:r>
            <a:endParaRPr dirty="0"/>
          </a:p>
          <a:p>
            <a:pPr marL="342900" lvl="0" indent="-342900" algn="l" rtl="0">
              <a:lnSpc>
                <a:spcPct val="90000"/>
              </a:lnSpc>
              <a:spcBef>
                <a:spcPts val="1000"/>
              </a:spcBef>
              <a:spcAft>
                <a:spcPts val="0"/>
              </a:spcAft>
              <a:buClr>
                <a:srgbClr val="3F3F3F"/>
              </a:buClr>
              <a:buSzPts val="1800"/>
              <a:buFont typeface="Arial"/>
              <a:buChar char="•"/>
            </a:pPr>
            <a:r>
              <a:rPr lang="en-US" sz="1800" b="1" dirty="0">
                <a:latin typeface="Arial"/>
                <a:ea typeface="Arial"/>
                <a:cs typeface="Arial"/>
                <a:sym typeface="Arial"/>
              </a:rPr>
              <a:t>Increased Flexibility</a:t>
            </a:r>
            <a:r>
              <a:rPr lang="en-US" sz="1800" dirty="0">
                <a:latin typeface="Arial"/>
                <a:ea typeface="Arial"/>
                <a:cs typeface="Arial"/>
                <a:sym typeface="Arial"/>
              </a:rPr>
              <a:t>: Kita </a:t>
            </a:r>
            <a:r>
              <a:rPr lang="en-US" sz="1800" dirty="0" err="1">
                <a:latin typeface="Arial"/>
                <a:ea typeface="Arial"/>
                <a:cs typeface="Arial"/>
                <a:sym typeface="Arial"/>
              </a:rPr>
              <a:t>dapat</a:t>
            </a:r>
            <a:r>
              <a:rPr lang="en-US" sz="1800" dirty="0">
                <a:latin typeface="Arial"/>
                <a:ea typeface="Arial"/>
                <a:cs typeface="Arial"/>
                <a:sym typeface="Arial"/>
              </a:rPr>
              <a:t> </a:t>
            </a:r>
            <a:r>
              <a:rPr lang="en-US" sz="1800" dirty="0" err="1">
                <a:latin typeface="Arial"/>
                <a:ea typeface="Arial"/>
                <a:cs typeface="Arial"/>
                <a:sym typeface="Arial"/>
              </a:rPr>
              <a:t>membuat</a:t>
            </a:r>
            <a:r>
              <a:rPr lang="en-US" sz="1800" dirty="0">
                <a:latin typeface="Arial"/>
                <a:ea typeface="Arial"/>
                <a:cs typeface="Arial"/>
                <a:sym typeface="Arial"/>
              </a:rPr>
              <a:t> variable/method </a:t>
            </a:r>
            <a:r>
              <a:rPr lang="en-US" sz="1800" dirty="0" err="1">
                <a:latin typeface="Arial"/>
                <a:ea typeface="Arial"/>
                <a:cs typeface="Arial"/>
                <a:sym typeface="Arial"/>
              </a:rPr>
              <a:t>hanya</a:t>
            </a:r>
            <a:r>
              <a:rPr lang="en-US" sz="1800" dirty="0">
                <a:latin typeface="Arial"/>
                <a:ea typeface="Arial"/>
                <a:cs typeface="Arial"/>
                <a:sym typeface="Arial"/>
              </a:rPr>
              <a:t> </a:t>
            </a:r>
            <a:r>
              <a:rPr lang="en-US" sz="1800" dirty="0" err="1">
                <a:latin typeface="Arial"/>
                <a:ea typeface="Arial"/>
                <a:cs typeface="Arial"/>
                <a:sym typeface="Arial"/>
              </a:rPr>
              <a:t>bisa</a:t>
            </a:r>
            <a:r>
              <a:rPr lang="en-US" sz="1800" dirty="0">
                <a:latin typeface="Arial"/>
                <a:ea typeface="Arial"/>
                <a:cs typeface="Arial"/>
                <a:sym typeface="Arial"/>
              </a:rPr>
              <a:t> </a:t>
            </a:r>
            <a:r>
              <a:rPr lang="en-US" sz="1800" dirty="0" err="1">
                <a:latin typeface="Arial"/>
                <a:ea typeface="Arial"/>
                <a:cs typeface="Arial"/>
                <a:sym typeface="Arial"/>
              </a:rPr>
              <a:t>membaca</a:t>
            </a:r>
            <a:r>
              <a:rPr lang="en-US" sz="1800" dirty="0">
                <a:latin typeface="Arial"/>
                <a:ea typeface="Arial"/>
                <a:cs typeface="Arial"/>
                <a:sym typeface="Arial"/>
              </a:rPr>
              <a:t> </a:t>
            </a:r>
            <a:r>
              <a:rPr lang="en-US" sz="1800" dirty="0" err="1">
                <a:latin typeface="Arial"/>
                <a:ea typeface="Arial"/>
                <a:cs typeface="Arial"/>
                <a:sym typeface="Arial"/>
              </a:rPr>
              <a:t>saja</a:t>
            </a:r>
            <a:r>
              <a:rPr lang="en-US" sz="1800" dirty="0">
                <a:latin typeface="Arial"/>
                <a:ea typeface="Arial"/>
                <a:cs typeface="Arial"/>
                <a:sym typeface="Arial"/>
              </a:rPr>
              <a:t> </a:t>
            </a:r>
            <a:r>
              <a:rPr lang="en-US" sz="1800" dirty="0" err="1">
                <a:latin typeface="Arial"/>
                <a:ea typeface="Arial"/>
                <a:cs typeface="Arial"/>
                <a:sym typeface="Arial"/>
              </a:rPr>
              <a:t>atau</a:t>
            </a:r>
            <a:r>
              <a:rPr lang="en-US" sz="1800" dirty="0">
                <a:latin typeface="Arial"/>
                <a:ea typeface="Arial"/>
                <a:cs typeface="Arial"/>
                <a:sym typeface="Arial"/>
              </a:rPr>
              <a:t> </a:t>
            </a:r>
            <a:r>
              <a:rPr lang="en-US" sz="1800" dirty="0" err="1">
                <a:latin typeface="Arial"/>
                <a:ea typeface="Arial"/>
                <a:cs typeface="Arial"/>
                <a:sym typeface="Arial"/>
              </a:rPr>
              <a:t>menulis</a:t>
            </a:r>
            <a:r>
              <a:rPr lang="en-US" sz="1800" dirty="0">
                <a:latin typeface="Arial"/>
                <a:ea typeface="Arial"/>
                <a:cs typeface="Arial"/>
                <a:sym typeface="Arial"/>
              </a:rPr>
              <a:t> </a:t>
            </a:r>
            <a:r>
              <a:rPr lang="en-US" sz="1800" dirty="0" err="1">
                <a:latin typeface="Arial"/>
                <a:ea typeface="Arial"/>
                <a:cs typeface="Arial"/>
                <a:sym typeface="Arial"/>
              </a:rPr>
              <a:t>saja</a:t>
            </a:r>
            <a:r>
              <a:rPr lang="en-US" sz="1800" dirty="0">
                <a:latin typeface="Arial"/>
                <a:ea typeface="Arial"/>
                <a:cs typeface="Arial"/>
                <a:sym typeface="Arial"/>
              </a:rPr>
              <a:t> </a:t>
            </a:r>
            <a:r>
              <a:rPr lang="en-US" sz="1800" dirty="0" err="1">
                <a:latin typeface="Arial"/>
                <a:ea typeface="Arial"/>
                <a:cs typeface="Arial"/>
                <a:sym typeface="Arial"/>
              </a:rPr>
              <a:t>tergantung</a:t>
            </a:r>
            <a:r>
              <a:rPr lang="en-US" sz="1800" dirty="0">
                <a:latin typeface="Arial"/>
                <a:ea typeface="Arial"/>
                <a:cs typeface="Arial"/>
                <a:sym typeface="Arial"/>
              </a:rPr>
              <a:t> pada </a:t>
            </a:r>
            <a:r>
              <a:rPr lang="en-US" sz="1800" dirty="0" err="1">
                <a:latin typeface="Arial"/>
                <a:ea typeface="Arial"/>
                <a:cs typeface="Arial"/>
                <a:sym typeface="Arial"/>
              </a:rPr>
              <a:t>kebutuhan</a:t>
            </a:r>
            <a:r>
              <a:rPr lang="en-US" sz="1800" dirty="0">
                <a:latin typeface="Arial"/>
                <a:ea typeface="Arial"/>
                <a:cs typeface="Arial"/>
                <a:sym typeface="Arial"/>
              </a:rPr>
              <a:t> yang </a:t>
            </a:r>
            <a:r>
              <a:rPr lang="en-US" sz="1800" dirty="0" err="1">
                <a:latin typeface="Arial"/>
                <a:ea typeface="Arial"/>
                <a:cs typeface="Arial"/>
                <a:sym typeface="Arial"/>
              </a:rPr>
              <a:t>akan</a:t>
            </a:r>
            <a:r>
              <a:rPr lang="en-US" sz="1800" dirty="0">
                <a:latin typeface="Arial"/>
                <a:ea typeface="Arial"/>
                <a:cs typeface="Arial"/>
                <a:sym typeface="Arial"/>
              </a:rPr>
              <a:t> </a:t>
            </a:r>
            <a:r>
              <a:rPr lang="en-US" sz="1800" dirty="0" err="1">
                <a:latin typeface="Arial"/>
                <a:ea typeface="Arial"/>
                <a:cs typeface="Arial"/>
                <a:sym typeface="Arial"/>
              </a:rPr>
              <a:t>kita</a:t>
            </a:r>
            <a:r>
              <a:rPr lang="en-US" sz="1800" dirty="0">
                <a:latin typeface="Arial"/>
                <a:ea typeface="Arial"/>
                <a:cs typeface="Arial"/>
                <a:sym typeface="Arial"/>
              </a:rPr>
              <a:t> </a:t>
            </a:r>
            <a:r>
              <a:rPr lang="en-US" sz="1800" dirty="0" err="1">
                <a:latin typeface="Arial"/>
                <a:ea typeface="Arial"/>
                <a:cs typeface="Arial"/>
                <a:sym typeface="Arial"/>
              </a:rPr>
              <a:t>gunakan</a:t>
            </a:r>
            <a:r>
              <a:rPr lang="en-US" sz="1800" dirty="0">
                <a:latin typeface="Arial"/>
                <a:ea typeface="Arial"/>
                <a:cs typeface="Arial"/>
                <a:sym typeface="Arial"/>
              </a:rPr>
              <a:t>. </a:t>
            </a:r>
            <a:r>
              <a:rPr lang="en-US" sz="1800" dirty="0" err="1">
                <a:latin typeface="Arial"/>
                <a:ea typeface="Arial"/>
                <a:cs typeface="Arial"/>
                <a:sym typeface="Arial"/>
              </a:rPr>
              <a:t>Lebih</a:t>
            </a:r>
            <a:r>
              <a:rPr lang="en-US" sz="1800" dirty="0">
                <a:latin typeface="Arial"/>
                <a:ea typeface="Arial"/>
                <a:cs typeface="Arial"/>
                <a:sym typeface="Arial"/>
              </a:rPr>
              <a:t> </a:t>
            </a:r>
            <a:r>
              <a:rPr lang="en-US" sz="1800" dirty="0" err="1">
                <a:latin typeface="Arial"/>
                <a:ea typeface="Arial"/>
                <a:cs typeface="Arial"/>
                <a:sym typeface="Arial"/>
              </a:rPr>
              <a:t>lanjut</a:t>
            </a:r>
            <a:r>
              <a:rPr lang="en-US" sz="1800" dirty="0">
                <a:latin typeface="Arial"/>
                <a:ea typeface="Arial"/>
                <a:cs typeface="Arial"/>
                <a:sym typeface="Arial"/>
              </a:rPr>
              <a:t> </a:t>
            </a:r>
            <a:r>
              <a:rPr lang="en-US" sz="1800" dirty="0" err="1">
                <a:latin typeface="Arial"/>
                <a:ea typeface="Arial"/>
                <a:cs typeface="Arial"/>
                <a:sym typeface="Arial"/>
              </a:rPr>
              <a:t>mengenai</a:t>
            </a:r>
            <a:r>
              <a:rPr lang="en-US" sz="1800" dirty="0">
                <a:latin typeface="Arial"/>
                <a:ea typeface="Arial"/>
                <a:cs typeface="Arial"/>
                <a:sym typeface="Arial"/>
              </a:rPr>
              <a:t> </a:t>
            </a:r>
            <a:r>
              <a:rPr lang="en-US" sz="1800" dirty="0" err="1">
                <a:latin typeface="Arial"/>
                <a:ea typeface="Arial"/>
                <a:cs typeface="Arial"/>
                <a:sym typeface="Arial"/>
              </a:rPr>
              <a:t>hal</a:t>
            </a:r>
            <a:r>
              <a:rPr lang="en-US" sz="1800" dirty="0">
                <a:latin typeface="Arial"/>
                <a:ea typeface="Arial"/>
                <a:cs typeface="Arial"/>
                <a:sym typeface="Arial"/>
              </a:rPr>
              <a:t> </a:t>
            </a:r>
            <a:r>
              <a:rPr lang="en-US" sz="1800" dirty="0" err="1">
                <a:latin typeface="Arial"/>
                <a:ea typeface="Arial"/>
                <a:cs typeface="Arial"/>
                <a:sym typeface="Arial"/>
              </a:rPr>
              <a:t>ini</a:t>
            </a:r>
            <a:r>
              <a:rPr lang="en-US" sz="1800" dirty="0">
                <a:latin typeface="Arial"/>
                <a:ea typeface="Arial"/>
                <a:cs typeface="Arial"/>
                <a:sym typeface="Arial"/>
              </a:rPr>
              <a:t> </a:t>
            </a:r>
            <a:r>
              <a:rPr lang="en-US" sz="1800" dirty="0" err="1">
                <a:latin typeface="Arial"/>
                <a:ea typeface="Arial"/>
                <a:cs typeface="Arial"/>
                <a:sym typeface="Arial"/>
              </a:rPr>
              <a:t>akan</a:t>
            </a:r>
            <a:r>
              <a:rPr lang="en-US" sz="1800" dirty="0">
                <a:latin typeface="Arial"/>
                <a:ea typeface="Arial"/>
                <a:cs typeface="Arial"/>
                <a:sym typeface="Arial"/>
              </a:rPr>
              <a:t> </a:t>
            </a:r>
            <a:r>
              <a:rPr lang="en-US" sz="1800" dirty="0" err="1">
                <a:latin typeface="Arial"/>
                <a:ea typeface="Arial"/>
                <a:cs typeface="Arial"/>
                <a:sym typeface="Arial"/>
              </a:rPr>
              <a:t>dibahas</a:t>
            </a:r>
            <a:r>
              <a:rPr lang="en-US" sz="1800" dirty="0">
                <a:latin typeface="Arial"/>
                <a:ea typeface="Arial"/>
                <a:cs typeface="Arial"/>
                <a:sym typeface="Arial"/>
              </a:rPr>
              <a:t> pad method Setter dan Getter.</a:t>
            </a:r>
            <a:endParaRPr dirty="0"/>
          </a:p>
          <a:p>
            <a:pPr marL="342900" lvl="0" indent="-342900" algn="l" rtl="0">
              <a:lnSpc>
                <a:spcPct val="90000"/>
              </a:lnSpc>
              <a:spcBef>
                <a:spcPts val="1000"/>
              </a:spcBef>
              <a:spcAft>
                <a:spcPts val="0"/>
              </a:spcAft>
              <a:buClr>
                <a:srgbClr val="3F3F3F"/>
              </a:buClr>
              <a:buSzPts val="1800"/>
              <a:buFont typeface="Arial"/>
              <a:buChar char="•"/>
            </a:pPr>
            <a:r>
              <a:rPr lang="en-US" sz="1800" b="1" dirty="0">
                <a:latin typeface="Arial"/>
                <a:ea typeface="Arial"/>
                <a:cs typeface="Arial"/>
                <a:sym typeface="Arial"/>
              </a:rPr>
              <a:t>Control Over Data: </a:t>
            </a:r>
            <a:r>
              <a:rPr lang="en-US" sz="1800" dirty="0" err="1">
                <a:latin typeface="Arial"/>
                <a:ea typeface="Arial"/>
                <a:cs typeface="Arial"/>
                <a:sym typeface="Arial"/>
              </a:rPr>
              <a:t>Dikarenakan</a:t>
            </a:r>
            <a:r>
              <a:rPr lang="en-US" sz="1800" dirty="0">
                <a:latin typeface="Arial"/>
                <a:ea typeface="Arial"/>
                <a:cs typeface="Arial"/>
                <a:sym typeface="Arial"/>
              </a:rPr>
              <a:t> property </a:t>
            </a:r>
            <a:r>
              <a:rPr lang="en-US" sz="1800" dirty="0" err="1">
                <a:latin typeface="Arial"/>
                <a:ea typeface="Arial"/>
                <a:cs typeface="Arial"/>
                <a:sym typeface="Arial"/>
              </a:rPr>
              <a:t>tidak</a:t>
            </a:r>
            <a:r>
              <a:rPr lang="en-US" sz="1800" dirty="0">
                <a:latin typeface="Arial"/>
                <a:ea typeface="Arial"/>
                <a:cs typeface="Arial"/>
                <a:sym typeface="Arial"/>
              </a:rPr>
              <a:t> </a:t>
            </a:r>
            <a:r>
              <a:rPr lang="en-US" sz="1800" dirty="0" err="1">
                <a:latin typeface="Arial"/>
                <a:ea typeface="Arial"/>
                <a:cs typeface="Arial"/>
                <a:sym typeface="Arial"/>
              </a:rPr>
              <a:t>bisa</a:t>
            </a:r>
            <a:r>
              <a:rPr lang="en-US" sz="1800" dirty="0">
                <a:latin typeface="Arial"/>
                <a:ea typeface="Arial"/>
                <a:cs typeface="Arial"/>
                <a:sym typeface="Arial"/>
              </a:rPr>
              <a:t> </a:t>
            </a:r>
            <a:r>
              <a:rPr lang="en-US" sz="1800" dirty="0" err="1">
                <a:latin typeface="Arial"/>
                <a:ea typeface="Arial"/>
                <a:cs typeface="Arial"/>
                <a:sym typeface="Arial"/>
              </a:rPr>
              <a:t>diakses</a:t>
            </a:r>
            <a:r>
              <a:rPr lang="en-US" sz="1800" dirty="0">
                <a:latin typeface="Arial"/>
                <a:ea typeface="Arial"/>
                <a:cs typeface="Arial"/>
                <a:sym typeface="Arial"/>
              </a:rPr>
              <a:t> </a:t>
            </a:r>
            <a:r>
              <a:rPr lang="en-US" sz="1800" dirty="0" err="1">
                <a:latin typeface="Arial"/>
                <a:ea typeface="Arial"/>
                <a:cs typeface="Arial"/>
                <a:sym typeface="Arial"/>
              </a:rPr>
              <a:t>secara</a:t>
            </a:r>
            <a:r>
              <a:rPr lang="en-US" sz="1800" dirty="0">
                <a:latin typeface="Arial"/>
                <a:ea typeface="Arial"/>
                <a:cs typeface="Arial"/>
                <a:sym typeface="Arial"/>
              </a:rPr>
              <a:t> </a:t>
            </a:r>
            <a:r>
              <a:rPr lang="en-US" sz="1800" dirty="0" err="1">
                <a:latin typeface="Arial"/>
                <a:ea typeface="Arial"/>
                <a:cs typeface="Arial"/>
                <a:sym typeface="Arial"/>
              </a:rPr>
              <a:t>langsung</a:t>
            </a:r>
            <a:r>
              <a:rPr lang="en-US" sz="1800" dirty="0">
                <a:latin typeface="Arial"/>
                <a:ea typeface="Arial"/>
                <a:cs typeface="Arial"/>
                <a:sym typeface="Arial"/>
              </a:rPr>
              <a:t>, </a:t>
            </a:r>
            <a:r>
              <a:rPr lang="en-US" sz="1800" dirty="0" err="1">
                <a:latin typeface="Arial"/>
                <a:ea typeface="Arial"/>
                <a:cs typeface="Arial"/>
                <a:sym typeface="Arial"/>
              </a:rPr>
              <a:t>kita</a:t>
            </a:r>
            <a:r>
              <a:rPr lang="en-US" sz="1800" dirty="0">
                <a:latin typeface="Arial"/>
                <a:ea typeface="Arial"/>
                <a:cs typeface="Arial"/>
                <a:sym typeface="Arial"/>
              </a:rPr>
              <a:t> </a:t>
            </a:r>
            <a:r>
              <a:rPr lang="en-US" sz="1800" dirty="0" err="1">
                <a:latin typeface="Arial"/>
                <a:ea typeface="Arial"/>
                <a:cs typeface="Arial"/>
                <a:sym typeface="Arial"/>
              </a:rPr>
              <a:t>bisa</a:t>
            </a:r>
            <a:r>
              <a:rPr lang="en-US" sz="1800" dirty="0">
                <a:latin typeface="Arial"/>
                <a:ea typeface="Arial"/>
                <a:cs typeface="Arial"/>
                <a:sym typeface="Arial"/>
              </a:rPr>
              <a:t> </a:t>
            </a:r>
            <a:r>
              <a:rPr lang="en-US" sz="1800" dirty="0" err="1">
                <a:latin typeface="Arial"/>
                <a:ea typeface="Arial"/>
                <a:cs typeface="Arial"/>
                <a:sym typeface="Arial"/>
              </a:rPr>
              <a:t>mengontrol</a:t>
            </a:r>
            <a:r>
              <a:rPr lang="en-US" sz="1800" dirty="0">
                <a:latin typeface="Arial"/>
                <a:ea typeface="Arial"/>
                <a:cs typeface="Arial"/>
                <a:sym typeface="Arial"/>
              </a:rPr>
              <a:t> data </a:t>
            </a:r>
            <a:r>
              <a:rPr lang="en-US" sz="1800" dirty="0" err="1">
                <a:latin typeface="Arial"/>
                <a:ea typeface="Arial"/>
                <a:cs typeface="Arial"/>
                <a:sym typeface="Arial"/>
              </a:rPr>
              <a:t>apa</a:t>
            </a:r>
            <a:r>
              <a:rPr lang="en-US" sz="1800" dirty="0">
                <a:latin typeface="Arial"/>
                <a:ea typeface="Arial"/>
                <a:cs typeface="Arial"/>
                <a:sym typeface="Arial"/>
              </a:rPr>
              <a:t> </a:t>
            </a:r>
            <a:r>
              <a:rPr lang="en-US" sz="1800" dirty="0" err="1">
                <a:latin typeface="Arial"/>
                <a:ea typeface="Arial"/>
                <a:cs typeface="Arial"/>
                <a:sym typeface="Arial"/>
              </a:rPr>
              <a:t>saja</a:t>
            </a:r>
            <a:r>
              <a:rPr lang="en-US" sz="1800" dirty="0">
                <a:latin typeface="Arial"/>
                <a:ea typeface="Arial"/>
                <a:cs typeface="Arial"/>
                <a:sym typeface="Arial"/>
              </a:rPr>
              <a:t> yang </a:t>
            </a:r>
            <a:r>
              <a:rPr lang="en-US" sz="1800" dirty="0" err="1">
                <a:latin typeface="Arial"/>
                <a:ea typeface="Arial"/>
                <a:cs typeface="Arial"/>
                <a:sym typeface="Arial"/>
              </a:rPr>
              <a:t>bisa</a:t>
            </a:r>
            <a:r>
              <a:rPr lang="en-US" sz="1800" dirty="0">
                <a:latin typeface="Arial"/>
                <a:ea typeface="Arial"/>
                <a:cs typeface="Arial"/>
                <a:sym typeface="Arial"/>
              </a:rPr>
              <a:t> </a:t>
            </a:r>
            <a:r>
              <a:rPr lang="en-US" sz="1800" dirty="0" err="1">
                <a:latin typeface="Arial"/>
                <a:ea typeface="Arial"/>
                <a:cs typeface="Arial"/>
                <a:sym typeface="Arial"/>
              </a:rPr>
              <a:t>masuk</a:t>
            </a:r>
            <a:r>
              <a:rPr lang="en-US" sz="1800" dirty="0">
                <a:latin typeface="Arial"/>
                <a:ea typeface="Arial"/>
                <a:cs typeface="Arial"/>
                <a:sym typeface="Arial"/>
              </a:rPr>
              <a:t>, </a:t>
            </a:r>
            <a:r>
              <a:rPr lang="en-US" sz="1800" dirty="0" err="1">
                <a:latin typeface="Arial"/>
                <a:ea typeface="Arial"/>
                <a:cs typeface="Arial"/>
                <a:sym typeface="Arial"/>
              </a:rPr>
              <a:t>sehingga</a:t>
            </a:r>
            <a:r>
              <a:rPr lang="en-US" sz="1800" dirty="0">
                <a:latin typeface="Arial"/>
                <a:ea typeface="Arial"/>
                <a:cs typeface="Arial"/>
                <a:sym typeface="Arial"/>
              </a:rPr>
              <a:t> </a:t>
            </a:r>
            <a:r>
              <a:rPr lang="en-US" sz="1800" dirty="0" err="1">
                <a:latin typeface="Arial"/>
                <a:ea typeface="Arial"/>
                <a:cs typeface="Arial"/>
                <a:sym typeface="Arial"/>
              </a:rPr>
              <a:t>lebih</a:t>
            </a:r>
            <a:r>
              <a:rPr lang="en-US" sz="1800" dirty="0">
                <a:latin typeface="Arial"/>
                <a:ea typeface="Arial"/>
                <a:cs typeface="Arial"/>
                <a:sym typeface="Arial"/>
              </a:rPr>
              <a:t> </a:t>
            </a:r>
            <a:r>
              <a:rPr lang="en-US" sz="1800" dirty="0" err="1">
                <a:latin typeface="Arial"/>
                <a:ea typeface="Arial"/>
                <a:cs typeface="Arial"/>
                <a:sym typeface="Arial"/>
              </a:rPr>
              <a:t>mudah</a:t>
            </a:r>
            <a:r>
              <a:rPr lang="en-US" sz="1800" dirty="0">
                <a:latin typeface="Arial"/>
                <a:ea typeface="Arial"/>
                <a:cs typeface="Arial"/>
                <a:sym typeface="Arial"/>
              </a:rPr>
              <a:t> </a:t>
            </a:r>
            <a:r>
              <a:rPr lang="en-US" sz="1800" dirty="0" err="1">
                <a:latin typeface="Arial"/>
                <a:ea typeface="Arial"/>
                <a:cs typeface="Arial"/>
                <a:sym typeface="Arial"/>
              </a:rPr>
              <a:t>untuk</a:t>
            </a:r>
            <a:r>
              <a:rPr lang="en-US" sz="1800" dirty="0">
                <a:latin typeface="Arial"/>
                <a:ea typeface="Arial"/>
                <a:cs typeface="Arial"/>
                <a:sym typeface="Arial"/>
              </a:rPr>
              <a:t> </a:t>
            </a:r>
            <a:r>
              <a:rPr lang="en-US" sz="1800" dirty="0" err="1">
                <a:latin typeface="Arial"/>
                <a:ea typeface="Arial"/>
                <a:cs typeface="Arial"/>
                <a:sym typeface="Arial"/>
              </a:rPr>
              <a:t>dikontrol</a:t>
            </a:r>
            <a:r>
              <a:rPr lang="en-US" sz="1800" dirty="0">
                <a:latin typeface="Arial"/>
                <a:ea typeface="Arial"/>
                <a:cs typeface="Arial"/>
                <a:sym typeface="Arial"/>
              </a:rPr>
              <a:t>.</a:t>
            </a:r>
            <a:endParaRPr sz="1800" b="1" dirty="0">
              <a:latin typeface="Arial"/>
              <a:ea typeface="Arial"/>
              <a:cs typeface="Arial"/>
              <a:sym typeface="Arial"/>
            </a:endParaRPr>
          </a:p>
          <a:p>
            <a:pPr marL="342900" lvl="0" indent="-342900" algn="l" rtl="0">
              <a:lnSpc>
                <a:spcPct val="90000"/>
              </a:lnSpc>
              <a:spcBef>
                <a:spcPts val="1000"/>
              </a:spcBef>
              <a:spcAft>
                <a:spcPts val="0"/>
              </a:spcAft>
              <a:buClr>
                <a:srgbClr val="3F3F3F"/>
              </a:buClr>
              <a:buSzPts val="1800"/>
              <a:buFont typeface="Arial"/>
              <a:buChar char="•"/>
            </a:pPr>
            <a:r>
              <a:rPr lang="en-US" sz="1800" b="1" dirty="0">
                <a:latin typeface="Arial"/>
                <a:ea typeface="Arial"/>
                <a:cs typeface="Arial"/>
                <a:sym typeface="Arial"/>
              </a:rPr>
              <a:t>Reusability</a:t>
            </a:r>
            <a:r>
              <a:rPr lang="en-US" sz="1800" dirty="0">
                <a:latin typeface="Arial"/>
                <a:ea typeface="Arial"/>
                <a:cs typeface="Arial"/>
                <a:sym typeface="Arial"/>
              </a:rPr>
              <a:t>: </a:t>
            </a:r>
            <a:r>
              <a:rPr lang="en-US" sz="1800" dirty="0" err="1">
                <a:latin typeface="Arial"/>
                <a:ea typeface="Arial"/>
                <a:cs typeface="Arial"/>
                <a:sym typeface="Arial"/>
              </a:rPr>
              <a:t>Memudahkan</a:t>
            </a:r>
            <a:r>
              <a:rPr lang="en-US" sz="1800" dirty="0">
                <a:latin typeface="Arial"/>
                <a:ea typeface="Arial"/>
                <a:cs typeface="Arial"/>
                <a:sym typeface="Arial"/>
              </a:rPr>
              <a:t> </a:t>
            </a:r>
            <a:r>
              <a:rPr lang="en-US" sz="1800" dirty="0" err="1">
                <a:latin typeface="Arial"/>
                <a:ea typeface="Arial"/>
                <a:cs typeface="Arial"/>
                <a:sym typeface="Arial"/>
              </a:rPr>
              <a:t>kita</a:t>
            </a:r>
            <a:r>
              <a:rPr lang="en-US" sz="1800" dirty="0">
                <a:latin typeface="Arial"/>
                <a:ea typeface="Arial"/>
                <a:cs typeface="Arial"/>
                <a:sym typeface="Arial"/>
              </a:rPr>
              <a:t> </a:t>
            </a:r>
            <a:r>
              <a:rPr lang="en-US" sz="1800" dirty="0" err="1">
                <a:latin typeface="Arial"/>
                <a:ea typeface="Arial"/>
                <a:cs typeface="Arial"/>
                <a:sym typeface="Arial"/>
              </a:rPr>
              <a:t>untuk</a:t>
            </a:r>
            <a:r>
              <a:rPr lang="en-US" sz="1800" dirty="0">
                <a:latin typeface="Arial"/>
                <a:ea typeface="Arial"/>
                <a:cs typeface="Arial"/>
                <a:sym typeface="Arial"/>
              </a:rPr>
              <a:t> </a:t>
            </a:r>
            <a:r>
              <a:rPr lang="en-US" sz="1800" dirty="0" err="1">
                <a:latin typeface="Arial"/>
                <a:ea typeface="Arial"/>
                <a:cs typeface="Arial"/>
                <a:sym typeface="Arial"/>
              </a:rPr>
              <a:t>mengorganisasikan</a:t>
            </a:r>
            <a:r>
              <a:rPr lang="en-US" sz="1800" dirty="0">
                <a:latin typeface="Arial"/>
                <a:ea typeface="Arial"/>
                <a:cs typeface="Arial"/>
                <a:sym typeface="Arial"/>
              </a:rPr>
              <a:t> </a:t>
            </a:r>
            <a:r>
              <a:rPr lang="en-US" sz="1800" dirty="0" err="1">
                <a:latin typeface="Arial"/>
                <a:ea typeface="Arial"/>
                <a:cs typeface="Arial"/>
                <a:sym typeface="Arial"/>
              </a:rPr>
              <a:t>fungsi</a:t>
            </a:r>
            <a:r>
              <a:rPr lang="en-US" sz="1800" dirty="0">
                <a:latin typeface="Arial"/>
                <a:ea typeface="Arial"/>
                <a:cs typeface="Arial"/>
                <a:sym typeface="Arial"/>
              </a:rPr>
              <a:t> yang </a:t>
            </a:r>
            <a:r>
              <a:rPr lang="en-US" sz="1800" dirty="0" err="1">
                <a:latin typeface="Arial"/>
                <a:ea typeface="Arial"/>
                <a:cs typeface="Arial"/>
                <a:sym typeface="Arial"/>
              </a:rPr>
              <a:t>bisa</a:t>
            </a:r>
            <a:r>
              <a:rPr lang="en-US" sz="1800" dirty="0">
                <a:latin typeface="Arial"/>
                <a:ea typeface="Arial"/>
                <a:cs typeface="Arial"/>
                <a:sym typeface="Arial"/>
              </a:rPr>
              <a:t> </a:t>
            </a:r>
            <a:r>
              <a:rPr lang="en-US" sz="1800" dirty="0" err="1">
                <a:latin typeface="Arial"/>
                <a:ea typeface="Arial"/>
                <a:cs typeface="Arial"/>
                <a:sym typeface="Arial"/>
              </a:rPr>
              <a:t>digunakan</a:t>
            </a:r>
            <a:r>
              <a:rPr lang="en-US" sz="1800" dirty="0">
                <a:latin typeface="Arial"/>
                <a:ea typeface="Arial"/>
                <a:cs typeface="Arial"/>
                <a:sym typeface="Arial"/>
              </a:rPr>
              <a:t> </a:t>
            </a:r>
            <a:r>
              <a:rPr lang="en-US" sz="1800" dirty="0" err="1">
                <a:latin typeface="Arial"/>
                <a:ea typeface="Arial"/>
                <a:cs typeface="Arial"/>
                <a:sym typeface="Arial"/>
              </a:rPr>
              <a:t>kembali</a:t>
            </a:r>
            <a:endParaRPr sz="1800" dirty="0">
              <a:latin typeface="Arial"/>
              <a:ea typeface="Arial"/>
              <a:cs typeface="Arial"/>
              <a:sym typeface="Arial"/>
            </a:endParaRPr>
          </a:p>
          <a:p>
            <a:pPr marL="342900" lvl="0" indent="-342900" algn="l" rtl="0">
              <a:lnSpc>
                <a:spcPct val="90000"/>
              </a:lnSpc>
              <a:spcBef>
                <a:spcPts val="1000"/>
              </a:spcBef>
              <a:spcAft>
                <a:spcPts val="0"/>
              </a:spcAft>
              <a:buClr>
                <a:srgbClr val="3F3F3F"/>
              </a:buClr>
              <a:buSzPts val="1800"/>
              <a:buFont typeface="Arial"/>
              <a:buChar char="•"/>
            </a:pPr>
            <a:r>
              <a:rPr lang="en-US" sz="1800" b="1" dirty="0">
                <a:latin typeface="Arial"/>
                <a:ea typeface="Arial"/>
                <a:cs typeface="Arial"/>
                <a:sym typeface="Arial"/>
              </a:rPr>
              <a:t>Testing code is easy</a:t>
            </a:r>
            <a:r>
              <a:rPr lang="en-US" sz="1800" dirty="0">
                <a:latin typeface="Arial"/>
                <a:ea typeface="Arial"/>
                <a:cs typeface="Arial"/>
                <a:sym typeface="Arial"/>
              </a:rPr>
              <a:t>: Kode yang di </a:t>
            </a:r>
            <a:r>
              <a:rPr lang="en-US" sz="1800" dirty="0" err="1">
                <a:latin typeface="Arial"/>
                <a:ea typeface="Arial"/>
                <a:cs typeface="Arial"/>
                <a:sym typeface="Arial"/>
              </a:rPr>
              <a:t>enkapsulasi</a:t>
            </a:r>
            <a:r>
              <a:rPr lang="en-US" sz="1800" dirty="0">
                <a:latin typeface="Arial"/>
                <a:ea typeface="Arial"/>
                <a:cs typeface="Arial"/>
                <a:sym typeface="Arial"/>
              </a:rPr>
              <a:t> </a:t>
            </a:r>
            <a:r>
              <a:rPr lang="en-US" sz="1800" dirty="0" err="1">
                <a:latin typeface="Arial"/>
                <a:ea typeface="Arial"/>
                <a:cs typeface="Arial"/>
                <a:sym typeface="Arial"/>
              </a:rPr>
              <a:t>cenderung</a:t>
            </a:r>
            <a:r>
              <a:rPr lang="en-US" sz="1800" dirty="0">
                <a:latin typeface="Arial"/>
                <a:ea typeface="Arial"/>
                <a:cs typeface="Arial"/>
                <a:sym typeface="Arial"/>
              </a:rPr>
              <a:t> </a:t>
            </a:r>
            <a:r>
              <a:rPr lang="en-US" sz="1800" dirty="0" err="1">
                <a:latin typeface="Arial"/>
                <a:ea typeface="Arial"/>
                <a:cs typeface="Arial"/>
                <a:sym typeface="Arial"/>
              </a:rPr>
              <a:t>mudah</a:t>
            </a:r>
            <a:r>
              <a:rPr lang="en-US" sz="1800" dirty="0">
                <a:latin typeface="Arial"/>
                <a:ea typeface="Arial"/>
                <a:cs typeface="Arial"/>
                <a:sym typeface="Arial"/>
              </a:rPr>
              <a:t> </a:t>
            </a:r>
            <a:r>
              <a:rPr lang="en-US" sz="1800" dirty="0" err="1">
                <a:latin typeface="Arial"/>
                <a:ea typeface="Arial"/>
                <a:cs typeface="Arial"/>
                <a:sym typeface="Arial"/>
              </a:rPr>
              <a:t>untuk</a:t>
            </a:r>
            <a:r>
              <a:rPr lang="en-US" sz="1800" dirty="0">
                <a:latin typeface="Arial"/>
                <a:ea typeface="Arial"/>
                <a:cs typeface="Arial"/>
                <a:sym typeface="Arial"/>
              </a:rPr>
              <a:t> </a:t>
            </a:r>
            <a:r>
              <a:rPr lang="en-US" sz="1800" dirty="0" err="1">
                <a:latin typeface="Arial"/>
                <a:ea typeface="Arial"/>
                <a:cs typeface="Arial"/>
                <a:sym typeface="Arial"/>
              </a:rPr>
              <a:t>dilakukan</a:t>
            </a:r>
            <a:r>
              <a:rPr lang="en-US" sz="1800" dirty="0">
                <a:latin typeface="Arial"/>
                <a:ea typeface="Arial"/>
                <a:cs typeface="Arial"/>
                <a:sym typeface="Arial"/>
              </a:rPr>
              <a:t> unit testing.</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5"/>
          <p:cNvSpPr txBox="1">
            <a:spLocks noGrp="1"/>
          </p:cNvSpPr>
          <p:nvPr>
            <p:ph type="title"/>
          </p:nvPr>
        </p:nvSpPr>
        <p:spPr>
          <a:xfrm>
            <a:off x="1142966" y="1543037"/>
            <a:ext cx="3619525" cy="942982"/>
          </a:xfrm>
        </p:spPr>
        <p:txBody>
          <a:bodyPr spcFirstLastPara="1" lIns="91425" tIns="45700" rIns="91425" bIns="45700" anchor="b" anchorCtr="0">
            <a:normAutofit/>
          </a:bodyPr>
          <a:lstStyle/>
          <a:p>
            <a:pPr marL="0" lvl="0" indent="0" rtl="0">
              <a:spcBef>
                <a:spcPts val="0"/>
              </a:spcBef>
              <a:spcAft>
                <a:spcPts val="0"/>
              </a:spcAft>
              <a:buClr>
                <a:srgbClr val="3A3838"/>
              </a:buClr>
              <a:buSzPts val="2800"/>
              <a:buFont typeface="Calibri"/>
              <a:buNone/>
            </a:pPr>
            <a:r>
              <a:rPr lang="en-US" b="1"/>
              <a:t>Modifier pada Java</a:t>
            </a:r>
            <a:endParaRPr lang="en-US"/>
          </a:p>
        </p:txBody>
      </p:sp>
      <p:sp>
        <p:nvSpPr>
          <p:cNvPr id="141" name="Content Placeholder 3">
            <a:extLst>
              <a:ext uri="{FF2B5EF4-FFF2-40B4-BE49-F238E27FC236}">
                <a16:creationId xmlns:a16="http://schemas.microsoft.com/office/drawing/2014/main" id="{F38CE447-5417-FBA4-10C5-A1FFDC4727C3}"/>
              </a:ext>
            </a:extLst>
          </p:cNvPr>
          <p:cNvSpPr>
            <a:spLocks noGrp="1"/>
          </p:cNvSpPr>
          <p:nvPr>
            <p:ph sz="half" idx="2"/>
          </p:nvPr>
        </p:nvSpPr>
        <p:spPr>
          <a:xfrm>
            <a:off x="1117781" y="2571744"/>
            <a:ext cx="3622115" cy="3943378"/>
          </a:xfrm>
        </p:spPr>
        <p:txBody>
          <a:bodyPr/>
          <a:lstStyle/>
          <a:p>
            <a:endParaRPr lang="en-US"/>
          </a:p>
        </p:txBody>
      </p:sp>
      <p:graphicFrame>
        <p:nvGraphicFramePr>
          <p:cNvPr id="137" name="Google Shape;135;p5">
            <a:extLst>
              <a:ext uri="{FF2B5EF4-FFF2-40B4-BE49-F238E27FC236}">
                <a16:creationId xmlns:a16="http://schemas.microsoft.com/office/drawing/2014/main" id="{29F564AA-60D0-3302-FE1E-F59104482C6A}"/>
              </a:ext>
            </a:extLst>
          </p:cNvPr>
          <p:cNvGraphicFramePr/>
          <p:nvPr>
            <p:extLst>
              <p:ext uri="{D42A27DB-BD31-4B8C-83A1-F6EECF244321}">
                <p14:modId xmlns:p14="http://schemas.microsoft.com/office/powerpoint/2010/main" val="4060359119"/>
              </p:ext>
            </p:extLst>
          </p:nvPr>
        </p:nvGraphicFramePr>
        <p:xfrm>
          <a:off x="4952992" y="342881"/>
          <a:ext cx="6953299" cy="61722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6"/>
          <p:cNvSpPr txBox="1">
            <a:spLocks noGrp="1"/>
          </p:cNvSpPr>
          <p:nvPr>
            <p:ph type="ctrTitle"/>
          </p:nvPr>
        </p:nvSpPr>
        <p:spPr>
          <a:xfrm>
            <a:off x="118506" y="241895"/>
            <a:ext cx="3087682" cy="606916"/>
          </a:xfrm>
        </p:spPr>
        <p:txBody>
          <a:bodyPr spcFirstLastPara="1" lIns="91425" tIns="45700" rIns="91425" bIns="45700" anchor="b" anchorCtr="0">
            <a:normAutofit/>
          </a:bodyPr>
          <a:lstStyle/>
          <a:p>
            <a:pPr marL="0" lvl="0" indent="0" algn="l" rtl="0">
              <a:spcBef>
                <a:spcPts val="0"/>
              </a:spcBef>
              <a:spcAft>
                <a:spcPts val="0"/>
              </a:spcAft>
              <a:buClr>
                <a:srgbClr val="3A3838"/>
              </a:buClr>
              <a:buSzPts val="2800"/>
              <a:buFont typeface="Calibri"/>
              <a:buNone/>
            </a:pPr>
            <a:r>
              <a:rPr lang="en-US" b="1" dirty="0"/>
              <a:t>Modifier Akses</a:t>
            </a:r>
          </a:p>
        </p:txBody>
      </p:sp>
      <p:sp>
        <p:nvSpPr>
          <p:cNvPr id="141" name="Google Shape;141;p6"/>
          <p:cNvSpPr txBox="1">
            <a:spLocks noGrp="1"/>
          </p:cNvSpPr>
          <p:nvPr>
            <p:ph type="subTitle" idx="1"/>
          </p:nvPr>
        </p:nvSpPr>
        <p:spPr>
          <a:xfrm>
            <a:off x="474561" y="1328194"/>
            <a:ext cx="10081549" cy="1752600"/>
          </a:xfrm>
        </p:spPr>
        <p:txBody>
          <a:bodyPr spcFirstLastPara="1" lIns="91425" tIns="45700" rIns="91425" bIns="45700" anchorCtr="0">
            <a:noAutofit/>
          </a:bodyPr>
          <a:lstStyle/>
          <a:p>
            <a:pPr marL="0" lvl="0" indent="0" algn="l" rtl="0">
              <a:lnSpc>
                <a:spcPct val="90000"/>
              </a:lnSpc>
              <a:spcBef>
                <a:spcPts val="0"/>
              </a:spcBef>
              <a:spcAft>
                <a:spcPts val="0"/>
              </a:spcAft>
              <a:buClr>
                <a:schemeClr val="dk1"/>
              </a:buClr>
              <a:buSzPts val="2000"/>
              <a:buNone/>
            </a:pPr>
            <a:r>
              <a:rPr lang="en-US" sz="3600" b="0" i="0" dirty="0"/>
              <a:t>Modifier </a:t>
            </a:r>
            <a:r>
              <a:rPr lang="en-US" sz="3600" b="0" i="0" dirty="0" err="1"/>
              <a:t>akses</a:t>
            </a:r>
            <a:r>
              <a:rPr lang="en-US" sz="3600" b="0" i="0" dirty="0"/>
              <a:t> </a:t>
            </a:r>
            <a:r>
              <a:rPr lang="en-US" sz="3600" b="0" i="1" dirty="0"/>
              <a:t>(access modifier)</a:t>
            </a:r>
            <a:r>
              <a:rPr lang="en-US" sz="3600" b="0" i="0" dirty="0"/>
              <a:t> </a:t>
            </a:r>
            <a:r>
              <a:rPr lang="en-US" sz="3600" b="0" i="0" dirty="0" err="1"/>
              <a:t>adalah</a:t>
            </a:r>
            <a:r>
              <a:rPr lang="en-US" sz="3600" b="0" i="0" dirty="0"/>
              <a:t> keyword yang </a:t>
            </a:r>
            <a:r>
              <a:rPr lang="en-US" sz="3600" b="0" i="0" dirty="0" err="1"/>
              <a:t>menyatakan</a:t>
            </a:r>
            <a:r>
              <a:rPr lang="en-US" sz="3600" b="0" i="0" dirty="0"/>
              <a:t> </a:t>
            </a:r>
            <a:r>
              <a:rPr lang="en-US" sz="3600" b="0" i="0" dirty="0" err="1"/>
              <a:t>hak</a:t>
            </a:r>
            <a:r>
              <a:rPr lang="en-US" sz="3600" b="0" i="0" dirty="0"/>
              <a:t> </a:t>
            </a:r>
            <a:r>
              <a:rPr lang="en-US" sz="3600" b="0" i="0" dirty="0" err="1"/>
              <a:t>akses</a:t>
            </a:r>
            <a:r>
              <a:rPr lang="en-US" sz="3600" b="0" i="0" dirty="0"/>
              <a:t>. </a:t>
            </a:r>
            <a:r>
              <a:rPr lang="en-US" sz="3600" b="0" i="0" dirty="0" err="1"/>
              <a:t>Fungsi</a:t>
            </a:r>
            <a:r>
              <a:rPr lang="en-US" sz="3600" b="0" i="0" dirty="0"/>
              <a:t> </a:t>
            </a:r>
            <a:r>
              <a:rPr lang="en-US" sz="3600" b="0" i="0" dirty="0" err="1"/>
              <a:t>dari</a:t>
            </a:r>
            <a:r>
              <a:rPr lang="en-US" sz="3600" b="0" i="0" dirty="0"/>
              <a:t> modifier </a:t>
            </a:r>
            <a:r>
              <a:rPr lang="en-US" sz="3600" b="0" i="0" dirty="0" err="1"/>
              <a:t>akses</a:t>
            </a:r>
            <a:r>
              <a:rPr lang="en-US" sz="3600" b="0" i="0" dirty="0"/>
              <a:t> </a:t>
            </a:r>
            <a:r>
              <a:rPr lang="en-US" sz="3600" b="0" i="0" dirty="0" err="1"/>
              <a:t>adalah</a:t>
            </a:r>
            <a:r>
              <a:rPr lang="en-US" sz="3600" b="0" i="0" dirty="0"/>
              <a:t> </a:t>
            </a:r>
            <a:r>
              <a:rPr lang="en-US" sz="3600" b="0" i="0" dirty="0" err="1"/>
              <a:t>membatasi</a:t>
            </a:r>
            <a:r>
              <a:rPr lang="en-US" sz="3600" b="0" i="0" dirty="0"/>
              <a:t> </a:t>
            </a:r>
            <a:r>
              <a:rPr lang="en-US" sz="3600" b="0" i="0" dirty="0" err="1"/>
              <a:t>kepada</a:t>
            </a:r>
            <a:r>
              <a:rPr lang="en-US" sz="3600" b="0" i="0" dirty="0"/>
              <a:t> </a:t>
            </a:r>
            <a:r>
              <a:rPr lang="en-US" sz="3600" b="0" i="0" dirty="0" err="1"/>
              <a:t>siapa</a:t>
            </a:r>
            <a:r>
              <a:rPr lang="en-US" sz="3600" b="0" i="0" dirty="0"/>
              <a:t> </a:t>
            </a:r>
            <a:r>
              <a:rPr lang="en-US" sz="3600" b="0" i="0" dirty="0" err="1"/>
              <a:t>saja</a:t>
            </a:r>
            <a:r>
              <a:rPr lang="en-US" sz="3600" b="0" i="0" dirty="0"/>
              <a:t> </a:t>
            </a:r>
            <a:r>
              <a:rPr lang="en-US" sz="3600" b="0" i="0" dirty="0" err="1"/>
              <a:t>suatu</a:t>
            </a:r>
            <a:r>
              <a:rPr lang="en-US" sz="3600" b="0" i="0" dirty="0"/>
              <a:t> </a:t>
            </a:r>
            <a:r>
              <a:rPr lang="en-US" sz="3600" b="0" i="0" dirty="0" err="1"/>
              <a:t>obyek</a:t>
            </a:r>
            <a:r>
              <a:rPr lang="en-US" sz="3600" b="0" i="0" dirty="0"/>
              <a:t> </a:t>
            </a:r>
            <a:r>
              <a:rPr lang="en-US" sz="3600" b="0" i="0" dirty="0" err="1"/>
              <a:t>dapat</a:t>
            </a:r>
            <a:r>
              <a:rPr lang="en-US" sz="3600" b="0" i="0" dirty="0"/>
              <a:t> </a:t>
            </a:r>
            <a:r>
              <a:rPr lang="en-US" sz="3600" b="0" i="0" dirty="0" err="1"/>
              <a:t>diakses</a:t>
            </a:r>
            <a:r>
              <a:rPr lang="en-US" sz="3600" b="0" i="0" dirty="0"/>
              <a:t>. </a:t>
            </a:r>
            <a:endParaRPr lang="en-US" sz="3600" dirty="0"/>
          </a:p>
          <a:p>
            <a:pPr marL="228600" lvl="0" indent="-228600" algn="l" rtl="0">
              <a:lnSpc>
                <a:spcPct val="90000"/>
              </a:lnSpc>
              <a:spcBef>
                <a:spcPts val="1000"/>
              </a:spcBef>
              <a:spcAft>
                <a:spcPts val="0"/>
              </a:spcAft>
              <a:buClr>
                <a:schemeClr val="dk1"/>
              </a:buClr>
              <a:buSzPts val="2000"/>
              <a:buChar char="•"/>
            </a:pPr>
            <a:r>
              <a:rPr lang="en-US" sz="3600" dirty="0"/>
              <a:t>Modifier </a:t>
            </a:r>
            <a:r>
              <a:rPr lang="en-US" sz="3600" dirty="0" err="1"/>
              <a:t>akses</a:t>
            </a:r>
            <a:r>
              <a:rPr lang="en-US" sz="3600" dirty="0"/>
              <a:t> yang </a:t>
            </a:r>
            <a:r>
              <a:rPr lang="en-US" sz="3600" dirty="0" err="1"/>
              <a:t>ditempatkan</a:t>
            </a:r>
            <a:r>
              <a:rPr lang="en-US" sz="3600" dirty="0"/>
              <a:t> </a:t>
            </a:r>
            <a:r>
              <a:rPr lang="en-US" sz="3600" dirty="0" err="1"/>
              <a:t>sebelum</a:t>
            </a:r>
            <a:r>
              <a:rPr lang="en-US" sz="3600" dirty="0"/>
              <a:t> </a:t>
            </a:r>
            <a:r>
              <a:rPr lang="en-US" sz="3600" dirty="0" err="1"/>
              <a:t>deklarasi</a:t>
            </a:r>
            <a:r>
              <a:rPr lang="en-US" sz="3600" dirty="0"/>
              <a:t> </a:t>
            </a:r>
            <a:r>
              <a:rPr lang="en-US" sz="3600" dirty="0" err="1"/>
              <a:t>kelas</a:t>
            </a:r>
            <a:r>
              <a:rPr lang="en-US" sz="3600" dirty="0"/>
              <a:t>:</a:t>
            </a:r>
          </a:p>
          <a:p>
            <a:pPr marL="342900" lvl="0" indent="-342900" algn="l" rtl="0">
              <a:lnSpc>
                <a:spcPct val="90000"/>
              </a:lnSpc>
              <a:spcBef>
                <a:spcPts val="1000"/>
              </a:spcBef>
              <a:spcAft>
                <a:spcPts val="0"/>
              </a:spcAft>
              <a:buClr>
                <a:schemeClr val="dk1"/>
              </a:buClr>
              <a:buSzPts val="2000"/>
              <a:buFont typeface="Arial"/>
              <a:buChar char="•"/>
            </a:pPr>
            <a:r>
              <a:rPr lang="en-US" sz="3600" dirty="0"/>
              <a:t>default (</a:t>
            </a:r>
            <a:r>
              <a:rPr lang="en-US" sz="3600" dirty="0" err="1"/>
              <a:t>tanpa</a:t>
            </a:r>
            <a:r>
              <a:rPr lang="en-US" sz="3600" dirty="0"/>
              <a:t> modifier) – </a:t>
            </a:r>
            <a:r>
              <a:rPr lang="en-US" sz="3600" dirty="0" err="1"/>
              <a:t>kelas</a:t>
            </a:r>
            <a:r>
              <a:rPr lang="en-US" sz="3600" dirty="0"/>
              <a:t> </a:t>
            </a:r>
            <a:r>
              <a:rPr lang="en-US" sz="3600" dirty="0" err="1"/>
              <a:t>hanya</a:t>
            </a:r>
            <a:r>
              <a:rPr lang="en-US" sz="3600" dirty="0"/>
              <a:t> </a:t>
            </a:r>
            <a:r>
              <a:rPr lang="en-US" sz="3600" dirty="0" err="1"/>
              <a:t>dapat</a:t>
            </a:r>
            <a:r>
              <a:rPr lang="en-US" sz="3600" dirty="0"/>
              <a:t> </a:t>
            </a:r>
            <a:r>
              <a:rPr lang="en-US" sz="3600" dirty="0" err="1"/>
              <a:t>diakses</a:t>
            </a:r>
            <a:r>
              <a:rPr lang="en-US" sz="3600" dirty="0"/>
              <a:t> </a:t>
            </a:r>
            <a:r>
              <a:rPr lang="en-US" sz="3600" dirty="0" err="1"/>
              <a:t>didalam</a:t>
            </a:r>
            <a:r>
              <a:rPr lang="en-US" sz="3600" dirty="0"/>
              <a:t> package.</a:t>
            </a:r>
          </a:p>
          <a:p>
            <a:pPr marL="342900" lvl="0" indent="-342900" algn="l" rtl="0">
              <a:lnSpc>
                <a:spcPct val="90000"/>
              </a:lnSpc>
              <a:spcBef>
                <a:spcPts val="1000"/>
              </a:spcBef>
              <a:spcAft>
                <a:spcPts val="0"/>
              </a:spcAft>
              <a:buClr>
                <a:schemeClr val="dk1"/>
              </a:buClr>
              <a:buSzPts val="2000"/>
              <a:buFont typeface="Arial"/>
              <a:buChar char="•"/>
            </a:pPr>
            <a:r>
              <a:rPr lang="en-US" sz="3600" dirty="0"/>
              <a:t>Public - </a:t>
            </a:r>
            <a:r>
              <a:rPr lang="en-US" sz="3600" dirty="0" err="1"/>
              <a:t>kelas</a:t>
            </a:r>
            <a:r>
              <a:rPr lang="en-US" sz="3600" dirty="0"/>
              <a:t> </a:t>
            </a:r>
            <a:r>
              <a:rPr lang="en-US" sz="3600" dirty="0" err="1"/>
              <a:t>dapat</a:t>
            </a:r>
            <a:r>
              <a:rPr lang="en-US" sz="3600" dirty="0"/>
              <a:t> </a:t>
            </a:r>
            <a:r>
              <a:rPr lang="en-US" sz="3600" dirty="0" err="1"/>
              <a:t>diakses</a:t>
            </a:r>
            <a:r>
              <a:rPr lang="en-US" sz="3600" dirty="0"/>
              <a:t> </a:t>
            </a:r>
            <a:r>
              <a:rPr lang="en-US" sz="3600" dirty="0" err="1"/>
              <a:t>baik</a:t>
            </a:r>
            <a:r>
              <a:rPr lang="en-US" sz="3600" dirty="0"/>
              <a:t> </a:t>
            </a:r>
            <a:r>
              <a:rPr lang="en-US" sz="3600" dirty="0" err="1"/>
              <a:t>dari</a:t>
            </a:r>
            <a:r>
              <a:rPr lang="en-US" sz="3600" dirty="0"/>
              <a:t> </a:t>
            </a:r>
            <a:r>
              <a:rPr lang="en-US" sz="3600" dirty="0" err="1"/>
              <a:t>dalam</a:t>
            </a:r>
            <a:r>
              <a:rPr lang="en-US" sz="3600" dirty="0"/>
              <a:t> package </a:t>
            </a:r>
            <a:r>
              <a:rPr lang="en-US" sz="3600" dirty="0" err="1"/>
              <a:t>maupun</a:t>
            </a:r>
            <a:r>
              <a:rPr lang="en-US" sz="3600" dirty="0"/>
              <a:t> </a:t>
            </a:r>
            <a:r>
              <a:rPr lang="en-US" sz="3600" dirty="0" err="1"/>
              <a:t>luar</a:t>
            </a:r>
            <a:r>
              <a:rPr lang="en-US" sz="3600" dirty="0"/>
              <a:t> package.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7"/>
          <p:cNvSpPr txBox="1">
            <a:spLocks noGrp="1"/>
          </p:cNvSpPr>
          <p:nvPr>
            <p:ph type="title"/>
          </p:nvPr>
        </p:nvSpPr>
        <p:spPr>
          <a:xfrm>
            <a:off x="3069021" y="274320"/>
            <a:ext cx="8759563" cy="1143000"/>
          </a:xfrm>
        </p:spPr>
        <p:txBody>
          <a:bodyPr spcFirstLastPara="1" lIns="91425" tIns="45700" rIns="91425" bIns="45700" anchor="t" anchorCtr="0">
            <a:normAutofit/>
          </a:bodyPr>
          <a:lstStyle/>
          <a:p>
            <a:pPr marL="0" lvl="0" indent="0" rtl="0">
              <a:spcBef>
                <a:spcPts val="0"/>
              </a:spcBef>
              <a:spcAft>
                <a:spcPts val="0"/>
              </a:spcAft>
              <a:buClr>
                <a:srgbClr val="3A3838"/>
              </a:buClr>
              <a:buSzPts val="2800"/>
              <a:buFont typeface="Calibri"/>
              <a:buNone/>
            </a:pPr>
            <a:r>
              <a:rPr lang="en-US" b="1" dirty="0"/>
              <a:t>Modifier </a:t>
            </a:r>
            <a:r>
              <a:rPr lang="en-US" b="1" dirty="0" err="1"/>
              <a:t>akses</a:t>
            </a:r>
            <a:r>
              <a:rPr lang="en-US" b="1" dirty="0"/>
              <a:t> yang </a:t>
            </a:r>
            <a:r>
              <a:rPr lang="en-US" b="1" dirty="0" err="1"/>
              <a:t>ditempatkan</a:t>
            </a:r>
            <a:r>
              <a:rPr lang="en-US" b="1" dirty="0"/>
              <a:t> pada constructor, attribute dan method</a:t>
            </a:r>
            <a:endParaRPr lang="en-US" dirty="0"/>
          </a:p>
        </p:txBody>
      </p:sp>
      <p:pic>
        <p:nvPicPr>
          <p:cNvPr id="147" name="Google Shape;147;p7" descr="Table&#10;&#10;Description automatically generated"/>
          <p:cNvPicPr preferRelativeResize="0"/>
          <p:nvPr/>
        </p:nvPicPr>
        <p:blipFill rotWithShape="1">
          <a:blip r:embed="rId3"/>
          <a:stretch/>
        </p:blipFill>
        <p:spPr>
          <a:xfrm>
            <a:off x="1163144" y="1973054"/>
            <a:ext cx="10720552" cy="407381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8"/>
          <p:cNvSpPr txBox="1">
            <a:spLocks noGrp="1"/>
          </p:cNvSpPr>
          <p:nvPr>
            <p:ph type="title"/>
          </p:nvPr>
        </p:nvSpPr>
        <p:spPr>
          <a:xfrm>
            <a:off x="3069021" y="274320"/>
            <a:ext cx="8759563" cy="1143000"/>
          </a:xfrm>
        </p:spPr>
        <p:txBody>
          <a:bodyPr spcFirstLastPara="1" lIns="91425" tIns="45700" rIns="91425" bIns="45700" anchor="t" anchorCtr="0">
            <a:normAutofit/>
          </a:bodyPr>
          <a:lstStyle/>
          <a:p>
            <a:pPr marL="0" lvl="0" indent="0" rtl="0">
              <a:spcBef>
                <a:spcPts val="0"/>
              </a:spcBef>
              <a:spcAft>
                <a:spcPts val="0"/>
              </a:spcAft>
              <a:buClr>
                <a:srgbClr val="3A3838"/>
              </a:buClr>
              <a:buSzPts val="2800"/>
              <a:buFont typeface="Calibri"/>
              <a:buNone/>
            </a:pPr>
            <a:r>
              <a:rPr lang="en-US" b="1"/>
              <a:t>Modifier Non-Akses</a:t>
            </a:r>
          </a:p>
        </p:txBody>
      </p:sp>
      <p:sp>
        <p:nvSpPr>
          <p:cNvPr id="153" name="Google Shape;153;p8"/>
          <p:cNvSpPr txBox="1">
            <a:spLocks noGrp="1"/>
          </p:cNvSpPr>
          <p:nvPr>
            <p:ph idx="1"/>
          </p:nvPr>
        </p:nvSpPr>
        <p:spPr>
          <a:xfrm>
            <a:off x="1108032" y="845820"/>
            <a:ext cx="10720552" cy="4819519"/>
          </a:xfrm>
        </p:spPr>
        <p:txBody>
          <a:bodyPr spcFirstLastPara="1" lIns="91425" tIns="45700" rIns="91425" bIns="45700" anchor="ctr" anchorCtr="0">
            <a:normAutofit/>
          </a:bodyPr>
          <a:lstStyle/>
          <a:p>
            <a:pPr marL="0" lvl="0" indent="0" rtl="0">
              <a:spcBef>
                <a:spcPts val="0"/>
              </a:spcBef>
              <a:spcAft>
                <a:spcPts val="0"/>
              </a:spcAft>
              <a:buClr>
                <a:schemeClr val="dk1"/>
              </a:buClr>
              <a:buSzPts val="2000"/>
              <a:buNone/>
            </a:pPr>
            <a:r>
              <a:rPr lang="en-US" b="0" i="0" dirty="0"/>
              <a:t>Modifier non </a:t>
            </a:r>
            <a:r>
              <a:rPr lang="en-US" b="0" i="0" dirty="0" err="1"/>
              <a:t>akses</a:t>
            </a:r>
            <a:r>
              <a:rPr lang="en-US" b="0" i="0" dirty="0"/>
              <a:t> </a:t>
            </a:r>
            <a:r>
              <a:rPr lang="en-US" b="0" i="0" dirty="0" err="1"/>
              <a:t>adalah</a:t>
            </a:r>
            <a:r>
              <a:rPr lang="en-US" b="0" i="0" dirty="0"/>
              <a:t> modifier yang </a:t>
            </a:r>
            <a:r>
              <a:rPr lang="en-US" b="0" i="0" dirty="0" err="1"/>
              <a:t>tidak</a:t>
            </a:r>
            <a:r>
              <a:rPr lang="en-US" b="0" i="0" dirty="0"/>
              <a:t> </a:t>
            </a:r>
            <a:r>
              <a:rPr lang="en-US" b="0" i="0" dirty="0" err="1"/>
              <a:t>menyatakan</a:t>
            </a:r>
            <a:r>
              <a:rPr lang="en-US" b="0" i="0" dirty="0"/>
              <a:t> </a:t>
            </a:r>
            <a:r>
              <a:rPr lang="en-US" b="0" i="0" dirty="0" err="1"/>
              <a:t>hak</a:t>
            </a:r>
            <a:r>
              <a:rPr lang="en-US" b="0" i="0" dirty="0"/>
              <a:t> </a:t>
            </a:r>
            <a:r>
              <a:rPr lang="en-US" b="0" i="0" dirty="0" err="1"/>
              <a:t>akses</a:t>
            </a:r>
            <a:r>
              <a:rPr lang="en-US" b="0" i="0" dirty="0"/>
              <a:t>, </a:t>
            </a:r>
            <a:r>
              <a:rPr lang="en-US" b="0" i="0" dirty="0" err="1"/>
              <a:t>namun</a:t>
            </a:r>
            <a:r>
              <a:rPr lang="en-US" b="0" i="0" dirty="0"/>
              <a:t> </a:t>
            </a:r>
            <a:r>
              <a:rPr lang="en-US" b="0" i="0" dirty="0" err="1"/>
              <a:t>memiliki</a:t>
            </a:r>
            <a:r>
              <a:rPr lang="en-US" b="0" i="0" dirty="0"/>
              <a:t> </a:t>
            </a:r>
            <a:r>
              <a:rPr lang="en-US" b="0" i="0" dirty="0" err="1"/>
              <a:t>fungsi</a:t>
            </a:r>
            <a:r>
              <a:rPr lang="en-US" b="0" i="0" dirty="0"/>
              <a:t> </a:t>
            </a:r>
            <a:r>
              <a:rPr lang="en-US" b="0" i="0" dirty="0" err="1"/>
              <a:t>tertentu</a:t>
            </a:r>
            <a:r>
              <a:rPr lang="en-US" b="0" i="0" dirty="0"/>
              <a:t> </a:t>
            </a:r>
            <a:r>
              <a:rPr lang="en-US" b="0" i="0" dirty="0" err="1"/>
              <a:t>terhadap</a:t>
            </a:r>
            <a:r>
              <a:rPr lang="en-US" b="0" i="0" dirty="0"/>
              <a:t> </a:t>
            </a:r>
            <a:r>
              <a:rPr lang="en-US" b="0" i="0" dirty="0" err="1"/>
              <a:t>apa</a:t>
            </a:r>
            <a:r>
              <a:rPr lang="en-US" b="0" i="0" dirty="0"/>
              <a:t> yang </a:t>
            </a:r>
            <a:r>
              <a:rPr lang="en-US" b="0" i="0" dirty="0" err="1"/>
              <a:t>dideklarasikan</a:t>
            </a:r>
            <a:r>
              <a:rPr lang="en-US" b="0" i="0" dirty="0"/>
              <a:t>.</a:t>
            </a:r>
            <a:endParaRPr lang="en-US" dirty="0"/>
          </a:p>
          <a:p>
            <a:pPr marL="228600" lvl="0" indent="-228600" rtl="0">
              <a:spcBef>
                <a:spcPts val="1000"/>
              </a:spcBef>
              <a:spcAft>
                <a:spcPts val="0"/>
              </a:spcAft>
              <a:buClr>
                <a:schemeClr val="dk1"/>
              </a:buClr>
              <a:buSzPts val="2000"/>
              <a:buChar char="•"/>
            </a:pPr>
            <a:r>
              <a:rPr lang="en-US" b="0" i="0" dirty="0"/>
              <a:t>Modifier non-</a:t>
            </a:r>
            <a:r>
              <a:rPr lang="en-US" b="0" i="0" dirty="0" err="1"/>
              <a:t>akses</a:t>
            </a:r>
            <a:r>
              <a:rPr lang="en-US" b="0" i="0" dirty="0"/>
              <a:t> yang </a:t>
            </a:r>
            <a:r>
              <a:rPr lang="en-US" b="0" i="0" dirty="0" err="1"/>
              <a:t>ditempatkan</a:t>
            </a:r>
            <a:r>
              <a:rPr lang="en-US" b="0" i="0" dirty="0"/>
              <a:t> pada </a:t>
            </a:r>
            <a:r>
              <a:rPr lang="en-US" b="1" i="0" dirty="0" err="1"/>
              <a:t>kelas</a:t>
            </a:r>
            <a:r>
              <a:rPr lang="en-US" b="1" i="0" dirty="0"/>
              <a:t> :</a:t>
            </a:r>
            <a:endParaRPr lang="en-US" dirty="0"/>
          </a:p>
          <a:p>
            <a:pPr marL="342900" lvl="0" indent="-342900" rtl="0">
              <a:spcBef>
                <a:spcPts val="1000"/>
              </a:spcBef>
              <a:spcAft>
                <a:spcPts val="0"/>
              </a:spcAft>
              <a:buClr>
                <a:schemeClr val="dk1"/>
              </a:buClr>
              <a:buSzPts val="2000"/>
              <a:buFont typeface="Arial"/>
              <a:buChar char="•"/>
            </a:pPr>
            <a:r>
              <a:rPr lang="en-US" dirty="0"/>
              <a:t>final - modifier yang </a:t>
            </a:r>
            <a:r>
              <a:rPr lang="en-US" dirty="0" err="1"/>
              <a:t>menyatakan</a:t>
            </a:r>
            <a:r>
              <a:rPr lang="en-US" dirty="0"/>
              <a:t> </a:t>
            </a:r>
            <a:r>
              <a:rPr lang="en-US" dirty="0" err="1"/>
              <a:t>bahwa</a:t>
            </a:r>
            <a:r>
              <a:rPr lang="en-US" dirty="0"/>
              <a:t> </a:t>
            </a:r>
            <a:r>
              <a:rPr lang="en-US" dirty="0" err="1"/>
              <a:t>kelas</a:t>
            </a:r>
            <a:r>
              <a:rPr lang="en-US" dirty="0"/>
              <a:t> </a:t>
            </a:r>
            <a:r>
              <a:rPr lang="en-US" dirty="0" err="1"/>
              <a:t>tidak</a:t>
            </a:r>
            <a:r>
              <a:rPr lang="en-US" dirty="0"/>
              <a:t> </a:t>
            </a:r>
            <a:r>
              <a:rPr lang="en-US" dirty="0" err="1"/>
              <a:t>dapat</a:t>
            </a:r>
            <a:r>
              <a:rPr lang="en-US" dirty="0"/>
              <a:t> </a:t>
            </a:r>
            <a:r>
              <a:rPr lang="en-US" dirty="0" err="1"/>
              <a:t>diturunkan</a:t>
            </a:r>
            <a:r>
              <a:rPr lang="en-US" dirty="0"/>
              <a:t>. </a:t>
            </a:r>
          </a:p>
          <a:p>
            <a:pPr marL="342900" lvl="0" indent="-342900" rtl="0">
              <a:spcBef>
                <a:spcPts val="1000"/>
              </a:spcBef>
              <a:spcAft>
                <a:spcPts val="0"/>
              </a:spcAft>
              <a:buClr>
                <a:schemeClr val="dk1"/>
              </a:buClr>
              <a:buSzPts val="2000"/>
              <a:buFont typeface="Arial"/>
              <a:buChar char="•"/>
            </a:pPr>
            <a:r>
              <a:rPr lang="en-US" dirty="0"/>
              <a:t>abstract - modifier yang </a:t>
            </a:r>
            <a:r>
              <a:rPr lang="en-US" dirty="0" err="1"/>
              <a:t>menyatakan</a:t>
            </a:r>
            <a:r>
              <a:rPr lang="en-US" dirty="0"/>
              <a:t> </a:t>
            </a:r>
            <a:r>
              <a:rPr lang="en-US" dirty="0" err="1"/>
              <a:t>bahwa</a:t>
            </a:r>
            <a:r>
              <a:rPr lang="en-US" dirty="0"/>
              <a:t> </a:t>
            </a:r>
            <a:r>
              <a:rPr lang="en-US" dirty="0" err="1"/>
              <a:t>kelas</a:t>
            </a:r>
            <a:r>
              <a:rPr lang="en-US" dirty="0"/>
              <a:t> </a:t>
            </a:r>
            <a:r>
              <a:rPr lang="en-US" dirty="0" err="1"/>
              <a:t>tidak</a:t>
            </a:r>
            <a:r>
              <a:rPr lang="en-US" dirty="0"/>
              <a:t> </a:t>
            </a:r>
            <a:r>
              <a:rPr lang="en-US" dirty="0" err="1"/>
              <a:t>dapat</a:t>
            </a:r>
            <a:r>
              <a:rPr lang="en-US" dirty="0"/>
              <a:t> </a:t>
            </a:r>
            <a:r>
              <a:rPr lang="en-US" dirty="0" err="1"/>
              <a:t>dibuat</a:t>
            </a:r>
            <a:r>
              <a:rPr lang="en-US" dirty="0"/>
              <a:t> </a:t>
            </a:r>
            <a:r>
              <a:rPr lang="en-US" dirty="0" err="1"/>
              <a:t>obyek</a:t>
            </a:r>
            <a:r>
              <a:rPr lang="en-US"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9"/>
          <p:cNvSpPr txBox="1">
            <a:spLocks noGrp="1"/>
          </p:cNvSpPr>
          <p:nvPr>
            <p:ph type="title"/>
          </p:nvPr>
        </p:nvSpPr>
        <p:spPr>
          <a:xfrm>
            <a:off x="931846" y="663995"/>
            <a:ext cx="11597221" cy="64008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2800"/>
              <a:buFont typeface="Calibri"/>
              <a:buNone/>
            </a:pPr>
            <a:r>
              <a:rPr lang="en-US" b="1" i="0" dirty="0">
                <a:solidFill>
                  <a:schemeClr val="dk1"/>
                </a:solidFill>
                <a:latin typeface="Calibri"/>
                <a:ea typeface="Calibri"/>
                <a:cs typeface="Calibri"/>
                <a:sym typeface="Calibri"/>
              </a:rPr>
              <a:t>Modifier </a:t>
            </a:r>
            <a:r>
              <a:rPr lang="en-US" b="1" i="0" dirty="0" err="1">
                <a:solidFill>
                  <a:schemeClr val="dk1"/>
                </a:solidFill>
                <a:latin typeface="Calibri"/>
                <a:ea typeface="Calibri"/>
                <a:cs typeface="Calibri"/>
                <a:sym typeface="Calibri"/>
              </a:rPr>
              <a:t>akses</a:t>
            </a:r>
            <a:r>
              <a:rPr lang="en-US" b="1" i="0" dirty="0">
                <a:solidFill>
                  <a:schemeClr val="dk1"/>
                </a:solidFill>
                <a:latin typeface="Calibri"/>
                <a:ea typeface="Calibri"/>
                <a:cs typeface="Calibri"/>
                <a:sym typeface="Calibri"/>
              </a:rPr>
              <a:t> yang </a:t>
            </a:r>
            <a:r>
              <a:rPr lang="en-US" b="1" i="0" dirty="0" err="1">
                <a:solidFill>
                  <a:schemeClr val="dk1"/>
                </a:solidFill>
                <a:latin typeface="Calibri"/>
                <a:ea typeface="Calibri"/>
                <a:cs typeface="Calibri"/>
                <a:sym typeface="Calibri"/>
              </a:rPr>
              <a:t>ditempatkan</a:t>
            </a:r>
            <a:r>
              <a:rPr lang="en-US" b="1" i="0" dirty="0">
                <a:solidFill>
                  <a:schemeClr val="dk1"/>
                </a:solidFill>
                <a:latin typeface="Calibri"/>
                <a:ea typeface="Calibri"/>
                <a:cs typeface="Calibri"/>
                <a:sym typeface="Calibri"/>
              </a:rPr>
              <a:t> pada </a:t>
            </a:r>
            <a:r>
              <a:rPr lang="en-US" b="1" i="0" dirty="0" err="1">
                <a:solidFill>
                  <a:schemeClr val="dk1"/>
                </a:solidFill>
                <a:latin typeface="Calibri"/>
                <a:ea typeface="Calibri"/>
                <a:cs typeface="Calibri"/>
                <a:sym typeface="Calibri"/>
              </a:rPr>
              <a:t>contructor</a:t>
            </a:r>
            <a:r>
              <a:rPr lang="en-US" b="1" i="0" dirty="0">
                <a:solidFill>
                  <a:schemeClr val="dk1"/>
                </a:solidFill>
                <a:latin typeface="Calibri"/>
                <a:ea typeface="Calibri"/>
                <a:cs typeface="Calibri"/>
                <a:sym typeface="Calibri"/>
              </a:rPr>
              <a:t>, </a:t>
            </a:r>
            <a:r>
              <a:rPr lang="en-US" b="1" i="0" dirty="0" err="1">
                <a:solidFill>
                  <a:schemeClr val="dk1"/>
                </a:solidFill>
                <a:latin typeface="Calibri"/>
                <a:ea typeface="Calibri"/>
                <a:cs typeface="Calibri"/>
                <a:sym typeface="Calibri"/>
              </a:rPr>
              <a:t>atribut</a:t>
            </a:r>
            <a:r>
              <a:rPr lang="en-US" b="1" i="0" dirty="0">
                <a:solidFill>
                  <a:schemeClr val="dk1"/>
                </a:solidFill>
                <a:latin typeface="Calibri"/>
                <a:ea typeface="Calibri"/>
                <a:cs typeface="Calibri"/>
                <a:sym typeface="Calibri"/>
              </a:rPr>
              <a:t>, </a:t>
            </a:r>
            <a:r>
              <a:rPr lang="en-US" b="1" i="0" dirty="0" err="1">
                <a:solidFill>
                  <a:schemeClr val="dk1"/>
                </a:solidFill>
                <a:latin typeface="Calibri"/>
                <a:ea typeface="Calibri"/>
                <a:cs typeface="Calibri"/>
                <a:sym typeface="Calibri"/>
              </a:rPr>
              <a:t>maupun</a:t>
            </a:r>
            <a:r>
              <a:rPr lang="en-US" b="1" i="0" dirty="0">
                <a:solidFill>
                  <a:schemeClr val="dk1"/>
                </a:solidFill>
                <a:latin typeface="Calibri"/>
                <a:ea typeface="Calibri"/>
                <a:cs typeface="Calibri"/>
                <a:sym typeface="Calibri"/>
              </a:rPr>
              <a:t> method</a:t>
            </a:r>
            <a:endParaRPr b="1" dirty="0">
              <a:solidFill>
                <a:schemeClr val="dk1"/>
              </a:solidFill>
              <a:latin typeface="Calibri"/>
              <a:ea typeface="Calibri"/>
              <a:cs typeface="Calibri"/>
              <a:sym typeface="Calibri"/>
            </a:endParaRPr>
          </a:p>
        </p:txBody>
      </p:sp>
      <p:sp>
        <p:nvSpPr>
          <p:cNvPr id="159" name="Google Shape;159;p9"/>
          <p:cNvSpPr txBox="1">
            <a:spLocks noGrp="1"/>
          </p:cNvSpPr>
          <p:nvPr>
            <p:ph type="body" idx="1"/>
          </p:nvPr>
        </p:nvSpPr>
        <p:spPr>
          <a:xfrm>
            <a:off x="1088136" y="1576285"/>
            <a:ext cx="11284642" cy="3977640"/>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Clr>
                <a:srgbClr val="3F3F3F"/>
              </a:buClr>
              <a:buSzPts val="2000"/>
              <a:buFont typeface="Arial"/>
              <a:buChar char="•"/>
            </a:pPr>
            <a:r>
              <a:rPr lang="en-US" sz="2000" dirty="0">
                <a:latin typeface="Arial"/>
                <a:ea typeface="Arial"/>
                <a:cs typeface="Arial"/>
                <a:sym typeface="Arial"/>
              </a:rPr>
              <a:t>final - </a:t>
            </a:r>
            <a:r>
              <a:rPr lang="en-US" sz="2000" dirty="0" err="1">
                <a:latin typeface="Arial"/>
                <a:ea typeface="Arial"/>
                <a:cs typeface="Arial"/>
                <a:sym typeface="Arial"/>
              </a:rPr>
              <a:t>atribut</a:t>
            </a:r>
            <a:r>
              <a:rPr lang="en-US" sz="2000" dirty="0">
                <a:latin typeface="Arial"/>
                <a:ea typeface="Arial"/>
                <a:cs typeface="Arial"/>
                <a:sym typeface="Arial"/>
              </a:rPr>
              <a:t> </a:t>
            </a:r>
            <a:r>
              <a:rPr lang="en-US" sz="2000" dirty="0" err="1">
                <a:latin typeface="Arial"/>
                <a:ea typeface="Arial"/>
                <a:cs typeface="Arial"/>
                <a:sym typeface="Arial"/>
              </a:rPr>
              <a:t>maupun</a:t>
            </a:r>
            <a:r>
              <a:rPr lang="en-US" sz="2000" dirty="0">
                <a:latin typeface="Arial"/>
                <a:ea typeface="Arial"/>
                <a:cs typeface="Arial"/>
                <a:sym typeface="Arial"/>
              </a:rPr>
              <a:t> method </a:t>
            </a:r>
            <a:r>
              <a:rPr lang="en-US" sz="2000" dirty="0" err="1">
                <a:latin typeface="Arial"/>
                <a:ea typeface="Arial"/>
                <a:cs typeface="Arial"/>
                <a:sym typeface="Arial"/>
              </a:rPr>
              <a:t>tidak</a:t>
            </a:r>
            <a:r>
              <a:rPr lang="en-US" sz="2000" dirty="0">
                <a:latin typeface="Arial"/>
                <a:ea typeface="Arial"/>
                <a:cs typeface="Arial"/>
                <a:sym typeface="Arial"/>
              </a:rPr>
              <a:t> </a:t>
            </a:r>
            <a:r>
              <a:rPr lang="en-US" sz="2000" dirty="0" err="1">
                <a:latin typeface="Arial"/>
                <a:ea typeface="Arial"/>
                <a:cs typeface="Arial"/>
                <a:sym typeface="Arial"/>
              </a:rPr>
              <a:t>dapat</a:t>
            </a:r>
            <a:r>
              <a:rPr lang="en-US" sz="2000" dirty="0">
                <a:latin typeface="Arial"/>
                <a:ea typeface="Arial"/>
                <a:cs typeface="Arial"/>
                <a:sym typeface="Arial"/>
              </a:rPr>
              <a:t> di-override dan </a:t>
            </a:r>
            <a:r>
              <a:rPr lang="en-US" sz="2000" dirty="0" err="1">
                <a:latin typeface="Arial"/>
                <a:ea typeface="Arial"/>
                <a:cs typeface="Arial"/>
                <a:sym typeface="Arial"/>
              </a:rPr>
              <a:t>bernilai</a:t>
            </a:r>
            <a:r>
              <a:rPr lang="en-US" sz="2000" dirty="0">
                <a:latin typeface="Arial"/>
                <a:ea typeface="Arial"/>
                <a:cs typeface="Arial"/>
                <a:sym typeface="Arial"/>
              </a:rPr>
              <a:t> final (</a:t>
            </a:r>
            <a:r>
              <a:rPr lang="en-US" sz="2000" dirty="0" err="1">
                <a:latin typeface="Arial"/>
                <a:ea typeface="Arial"/>
                <a:cs typeface="Arial"/>
                <a:sym typeface="Arial"/>
              </a:rPr>
              <a:t>tidak</a:t>
            </a:r>
            <a:r>
              <a:rPr lang="en-US" sz="2000" dirty="0">
                <a:latin typeface="Arial"/>
                <a:ea typeface="Arial"/>
                <a:cs typeface="Arial"/>
                <a:sym typeface="Arial"/>
              </a:rPr>
              <a:t> </a:t>
            </a:r>
            <a:r>
              <a:rPr lang="en-US" sz="2000" dirty="0" err="1">
                <a:latin typeface="Arial"/>
                <a:ea typeface="Arial"/>
                <a:cs typeface="Arial"/>
                <a:sym typeface="Arial"/>
              </a:rPr>
              <a:t>dapat</a:t>
            </a:r>
            <a:r>
              <a:rPr lang="en-US" sz="2000" dirty="0">
                <a:latin typeface="Arial"/>
                <a:ea typeface="Arial"/>
                <a:cs typeface="Arial"/>
                <a:sym typeface="Arial"/>
              </a:rPr>
              <a:t> </a:t>
            </a:r>
            <a:r>
              <a:rPr lang="en-US" sz="2000" dirty="0" err="1">
                <a:latin typeface="Arial"/>
                <a:ea typeface="Arial"/>
                <a:cs typeface="Arial"/>
                <a:sym typeface="Arial"/>
              </a:rPr>
              <a:t>dirubah</a:t>
            </a:r>
            <a:r>
              <a:rPr lang="en-US" sz="2000" dirty="0">
                <a:latin typeface="Arial"/>
                <a:ea typeface="Arial"/>
                <a:cs typeface="Arial"/>
                <a:sym typeface="Arial"/>
              </a:rPr>
              <a:t>).</a:t>
            </a:r>
            <a:endParaRPr dirty="0"/>
          </a:p>
          <a:p>
            <a:pPr marL="171450" lvl="0" indent="-171450" algn="l" rtl="0">
              <a:lnSpc>
                <a:spcPct val="100000"/>
              </a:lnSpc>
              <a:spcBef>
                <a:spcPts val="1000"/>
              </a:spcBef>
              <a:spcAft>
                <a:spcPts val="0"/>
              </a:spcAft>
              <a:buClr>
                <a:srgbClr val="3F3F3F"/>
              </a:buClr>
              <a:buSzPts val="2000"/>
              <a:buFont typeface="Arial"/>
              <a:buChar char="•"/>
            </a:pPr>
            <a:r>
              <a:rPr lang="en-US" sz="2000" dirty="0">
                <a:latin typeface="Arial"/>
                <a:ea typeface="Arial"/>
                <a:cs typeface="Arial"/>
                <a:sym typeface="Arial"/>
              </a:rPr>
              <a:t>static - </a:t>
            </a:r>
            <a:r>
              <a:rPr lang="en-US" sz="2000" dirty="0" err="1">
                <a:latin typeface="Arial"/>
                <a:ea typeface="Arial"/>
                <a:cs typeface="Arial"/>
                <a:sym typeface="Arial"/>
              </a:rPr>
              <a:t>atribut</a:t>
            </a:r>
            <a:r>
              <a:rPr lang="en-US" sz="2000" dirty="0">
                <a:latin typeface="Arial"/>
                <a:ea typeface="Arial"/>
                <a:cs typeface="Arial"/>
                <a:sym typeface="Arial"/>
              </a:rPr>
              <a:t> </a:t>
            </a:r>
            <a:r>
              <a:rPr lang="en-US" sz="2000" dirty="0" err="1">
                <a:latin typeface="Arial"/>
                <a:ea typeface="Arial"/>
                <a:cs typeface="Arial"/>
                <a:sym typeface="Arial"/>
              </a:rPr>
              <a:t>maupun</a:t>
            </a:r>
            <a:r>
              <a:rPr lang="en-US" sz="2000" dirty="0">
                <a:latin typeface="Arial"/>
                <a:ea typeface="Arial"/>
                <a:cs typeface="Arial"/>
                <a:sym typeface="Arial"/>
              </a:rPr>
              <a:t> method </a:t>
            </a:r>
            <a:r>
              <a:rPr lang="en-US" sz="2000" dirty="0" err="1">
                <a:latin typeface="Arial"/>
                <a:ea typeface="Arial"/>
                <a:cs typeface="Arial"/>
                <a:sym typeface="Arial"/>
              </a:rPr>
              <a:t>adalah</a:t>
            </a:r>
            <a:r>
              <a:rPr lang="en-US" sz="2000" dirty="0">
                <a:latin typeface="Arial"/>
                <a:ea typeface="Arial"/>
                <a:cs typeface="Arial"/>
                <a:sym typeface="Arial"/>
              </a:rPr>
              <a:t> </a:t>
            </a:r>
            <a:r>
              <a:rPr lang="en-US" sz="2000" dirty="0" err="1">
                <a:latin typeface="Arial"/>
                <a:ea typeface="Arial"/>
                <a:cs typeface="Arial"/>
                <a:sym typeface="Arial"/>
              </a:rPr>
              <a:t>variabel</a:t>
            </a:r>
            <a:r>
              <a:rPr lang="en-US" sz="2000" dirty="0">
                <a:latin typeface="Arial"/>
                <a:ea typeface="Arial"/>
                <a:cs typeface="Arial"/>
                <a:sym typeface="Arial"/>
              </a:rPr>
              <a:t> </a:t>
            </a:r>
            <a:r>
              <a:rPr lang="en-US" sz="2000" dirty="0" err="1">
                <a:latin typeface="Arial"/>
                <a:ea typeface="Arial"/>
                <a:cs typeface="Arial"/>
                <a:sym typeface="Arial"/>
              </a:rPr>
              <a:t>kelas</a:t>
            </a:r>
            <a:r>
              <a:rPr lang="en-US" sz="2000" dirty="0">
                <a:latin typeface="Arial"/>
                <a:ea typeface="Arial"/>
                <a:cs typeface="Arial"/>
                <a:sym typeface="Arial"/>
              </a:rPr>
              <a:t>, </a:t>
            </a:r>
            <a:r>
              <a:rPr lang="en-US" sz="2000" dirty="0" err="1">
                <a:latin typeface="Arial"/>
                <a:ea typeface="Arial"/>
                <a:cs typeface="Arial"/>
                <a:sym typeface="Arial"/>
              </a:rPr>
              <a:t>bukan</a:t>
            </a:r>
            <a:r>
              <a:rPr lang="en-US" sz="2000" dirty="0">
                <a:latin typeface="Arial"/>
                <a:ea typeface="Arial"/>
                <a:cs typeface="Arial"/>
                <a:sym typeface="Arial"/>
              </a:rPr>
              <a:t> </a:t>
            </a:r>
            <a:r>
              <a:rPr lang="en-US" sz="2000" dirty="0" err="1">
                <a:latin typeface="Arial"/>
                <a:ea typeface="Arial"/>
                <a:cs typeface="Arial"/>
                <a:sym typeface="Arial"/>
              </a:rPr>
              <a:t>variabel</a:t>
            </a:r>
            <a:r>
              <a:rPr lang="en-US" sz="2000" dirty="0">
                <a:latin typeface="Arial"/>
                <a:ea typeface="Arial"/>
                <a:cs typeface="Arial"/>
                <a:sym typeface="Arial"/>
              </a:rPr>
              <a:t> </a:t>
            </a:r>
            <a:r>
              <a:rPr lang="en-US" sz="2000" dirty="0" err="1">
                <a:latin typeface="Arial"/>
                <a:ea typeface="Arial"/>
                <a:cs typeface="Arial"/>
                <a:sym typeface="Arial"/>
              </a:rPr>
              <a:t>obyek</a:t>
            </a:r>
            <a:r>
              <a:rPr lang="en-US" sz="2000" dirty="0">
                <a:latin typeface="Arial"/>
                <a:ea typeface="Arial"/>
                <a:cs typeface="Arial"/>
                <a:sym typeface="Arial"/>
              </a:rPr>
              <a:t> </a:t>
            </a:r>
            <a:r>
              <a:rPr lang="en-US" sz="2000" dirty="0" err="1">
                <a:latin typeface="Arial"/>
                <a:ea typeface="Arial"/>
                <a:cs typeface="Arial"/>
                <a:sym typeface="Arial"/>
              </a:rPr>
              <a:t>sehingga</a:t>
            </a:r>
            <a:r>
              <a:rPr lang="en-US" sz="2000" dirty="0">
                <a:latin typeface="Arial"/>
                <a:ea typeface="Arial"/>
                <a:cs typeface="Arial"/>
                <a:sym typeface="Arial"/>
              </a:rPr>
              <a:t> </a:t>
            </a:r>
            <a:r>
              <a:rPr lang="en-US" sz="2000" dirty="0" err="1">
                <a:latin typeface="Arial"/>
                <a:ea typeface="Arial"/>
                <a:cs typeface="Arial"/>
                <a:sym typeface="Arial"/>
              </a:rPr>
              <a:t>dapat</a:t>
            </a:r>
            <a:r>
              <a:rPr lang="en-US" sz="2000" dirty="0">
                <a:latin typeface="Arial"/>
                <a:ea typeface="Arial"/>
                <a:cs typeface="Arial"/>
                <a:sym typeface="Arial"/>
              </a:rPr>
              <a:t> </a:t>
            </a:r>
            <a:r>
              <a:rPr lang="en-US" sz="2000" dirty="0" err="1">
                <a:latin typeface="Arial"/>
                <a:ea typeface="Arial"/>
                <a:cs typeface="Arial"/>
                <a:sym typeface="Arial"/>
              </a:rPr>
              <a:t>diakses</a:t>
            </a:r>
            <a:r>
              <a:rPr lang="en-US" sz="2000" dirty="0">
                <a:latin typeface="Arial"/>
                <a:ea typeface="Arial"/>
                <a:cs typeface="Arial"/>
                <a:sym typeface="Arial"/>
              </a:rPr>
              <a:t> </a:t>
            </a:r>
            <a:r>
              <a:rPr lang="en-US" sz="2000" dirty="0" err="1">
                <a:latin typeface="Arial"/>
                <a:ea typeface="Arial"/>
                <a:cs typeface="Arial"/>
                <a:sym typeface="Arial"/>
              </a:rPr>
              <a:t>tanpa</a:t>
            </a:r>
            <a:r>
              <a:rPr lang="en-US" sz="2000" dirty="0">
                <a:latin typeface="Arial"/>
                <a:ea typeface="Arial"/>
                <a:cs typeface="Arial"/>
                <a:sym typeface="Arial"/>
              </a:rPr>
              <a:t> </a:t>
            </a:r>
            <a:r>
              <a:rPr lang="en-US" sz="2000" dirty="0" err="1">
                <a:latin typeface="Arial"/>
                <a:ea typeface="Arial"/>
                <a:cs typeface="Arial"/>
                <a:sym typeface="Arial"/>
              </a:rPr>
              <a:t>membuat</a:t>
            </a:r>
            <a:r>
              <a:rPr lang="en-US" sz="2000" dirty="0">
                <a:latin typeface="Arial"/>
                <a:ea typeface="Arial"/>
                <a:cs typeface="Arial"/>
                <a:sym typeface="Arial"/>
              </a:rPr>
              <a:t> </a:t>
            </a:r>
            <a:r>
              <a:rPr lang="en-US" sz="2000" dirty="0" err="1">
                <a:latin typeface="Arial"/>
                <a:ea typeface="Arial"/>
                <a:cs typeface="Arial"/>
                <a:sym typeface="Arial"/>
              </a:rPr>
              <a:t>obyeknya</a:t>
            </a:r>
            <a:r>
              <a:rPr lang="en-US" sz="2000" dirty="0">
                <a:latin typeface="Arial"/>
                <a:ea typeface="Arial"/>
                <a:cs typeface="Arial"/>
                <a:sym typeface="Arial"/>
              </a:rPr>
              <a:t>.</a:t>
            </a:r>
            <a:endParaRPr dirty="0"/>
          </a:p>
          <a:p>
            <a:pPr marL="171450" lvl="0" indent="-171450" algn="l" rtl="0">
              <a:lnSpc>
                <a:spcPct val="100000"/>
              </a:lnSpc>
              <a:spcBef>
                <a:spcPts val="1000"/>
              </a:spcBef>
              <a:spcAft>
                <a:spcPts val="0"/>
              </a:spcAft>
              <a:buClr>
                <a:srgbClr val="3F3F3F"/>
              </a:buClr>
              <a:buSzPts val="2000"/>
              <a:buFont typeface="Arial"/>
              <a:buChar char="•"/>
            </a:pPr>
            <a:r>
              <a:rPr lang="en-US" sz="2000" dirty="0">
                <a:latin typeface="Arial"/>
                <a:ea typeface="Arial"/>
                <a:cs typeface="Arial"/>
                <a:sym typeface="Arial"/>
              </a:rPr>
              <a:t>abstract - method yang </a:t>
            </a:r>
            <a:r>
              <a:rPr lang="en-US" sz="2000" dirty="0" err="1">
                <a:latin typeface="Arial"/>
                <a:ea typeface="Arial"/>
                <a:cs typeface="Arial"/>
                <a:sym typeface="Arial"/>
              </a:rPr>
              <a:t>tidak</a:t>
            </a:r>
            <a:r>
              <a:rPr lang="en-US" sz="2000" dirty="0">
                <a:latin typeface="Arial"/>
                <a:ea typeface="Arial"/>
                <a:cs typeface="Arial"/>
                <a:sym typeface="Arial"/>
              </a:rPr>
              <a:t> </a:t>
            </a:r>
            <a:r>
              <a:rPr lang="en-US" sz="2000" dirty="0" err="1">
                <a:latin typeface="Arial"/>
                <a:ea typeface="Arial"/>
                <a:cs typeface="Arial"/>
                <a:sym typeface="Arial"/>
              </a:rPr>
              <a:t>memiliki</a:t>
            </a:r>
            <a:r>
              <a:rPr lang="en-US" sz="2000" dirty="0">
                <a:latin typeface="Arial"/>
                <a:ea typeface="Arial"/>
                <a:cs typeface="Arial"/>
                <a:sym typeface="Arial"/>
              </a:rPr>
              <a:t> </a:t>
            </a:r>
            <a:r>
              <a:rPr lang="en-US" sz="2000" dirty="0" err="1">
                <a:latin typeface="Arial"/>
                <a:ea typeface="Arial"/>
                <a:cs typeface="Arial"/>
                <a:sym typeface="Arial"/>
              </a:rPr>
              <a:t>tubuh</a:t>
            </a:r>
            <a:r>
              <a:rPr lang="en-US" sz="2000" dirty="0">
                <a:latin typeface="Arial"/>
                <a:ea typeface="Arial"/>
                <a:cs typeface="Arial"/>
                <a:sym typeface="Arial"/>
              </a:rPr>
              <a:t> dan </a:t>
            </a:r>
            <a:r>
              <a:rPr lang="en-US" sz="2000" dirty="0" err="1">
                <a:latin typeface="Arial"/>
                <a:ea typeface="Arial"/>
                <a:cs typeface="Arial"/>
                <a:sym typeface="Arial"/>
              </a:rPr>
              <a:t>hanya</a:t>
            </a:r>
            <a:r>
              <a:rPr lang="en-US" sz="2000" dirty="0">
                <a:latin typeface="Arial"/>
                <a:ea typeface="Arial"/>
                <a:cs typeface="Arial"/>
                <a:sym typeface="Arial"/>
              </a:rPr>
              <a:t> </a:t>
            </a:r>
            <a:r>
              <a:rPr lang="en-US" sz="2000" dirty="0" err="1">
                <a:latin typeface="Arial"/>
                <a:ea typeface="Arial"/>
                <a:cs typeface="Arial"/>
                <a:sym typeface="Arial"/>
              </a:rPr>
              <a:t>dapat</a:t>
            </a:r>
            <a:r>
              <a:rPr lang="en-US" sz="2000" dirty="0">
                <a:latin typeface="Arial"/>
                <a:ea typeface="Arial"/>
                <a:cs typeface="Arial"/>
                <a:sym typeface="Arial"/>
              </a:rPr>
              <a:t> </a:t>
            </a:r>
            <a:r>
              <a:rPr lang="en-US" sz="2000" dirty="0" err="1">
                <a:latin typeface="Arial"/>
                <a:ea typeface="Arial"/>
                <a:cs typeface="Arial"/>
                <a:sym typeface="Arial"/>
              </a:rPr>
              <a:t>digunakan</a:t>
            </a:r>
            <a:r>
              <a:rPr lang="en-US" sz="2000" dirty="0">
                <a:latin typeface="Arial"/>
                <a:ea typeface="Arial"/>
                <a:cs typeface="Arial"/>
                <a:sym typeface="Arial"/>
              </a:rPr>
              <a:t> pada </a:t>
            </a:r>
            <a:r>
              <a:rPr lang="en-US" sz="2000" dirty="0" err="1">
                <a:latin typeface="Arial"/>
                <a:ea typeface="Arial"/>
                <a:cs typeface="Arial"/>
                <a:sym typeface="Arial"/>
              </a:rPr>
              <a:t>kelas</a:t>
            </a:r>
            <a:r>
              <a:rPr lang="en-US" sz="2000" dirty="0">
                <a:latin typeface="Arial"/>
                <a:ea typeface="Arial"/>
                <a:cs typeface="Arial"/>
                <a:sym typeface="Arial"/>
              </a:rPr>
              <a:t> </a:t>
            </a:r>
            <a:r>
              <a:rPr lang="en-US" sz="2000" dirty="0" err="1">
                <a:latin typeface="Arial"/>
                <a:ea typeface="Arial"/>
                <a:cs typeface="Arial"/>
                <a:sym typeface="Arial"/>
              </a:rPr>
              <a:t>abstrak</a:t>
            </a:r>
            <a:r>
              <a:rPr lang="en-US" sz="2000" dirty="0">
                <a:latin typeface="Arial"/>
                <a:ea typeface="Arial"/>
                <a:cs typeface="Arial"/>
                <a:sym typeface="Arial"/>
              </a:rPr>
              <a:t>.</a:t>
            </a:r>
            <a:endParaRPr dirty="0"/>
          </a:p>
          <a:p>
            <a:pPr marL="171450" lvl="0" indent="-171450" algn="l" rtl="0">
              <a:lnSpc>
                <a:spcPct val="100000"/>
              </a:lnSpc>
              <a:spcBef>
                <a:spcPts val="1000"/>
              </a:spcBef>
              <a:spcAft>
                <a:spcPts val="0"/>
              </a:spcAft>
              <a:buClr>
                <a:srgbClr val="3F3F3F"/>
              </a:buClr>
              <a:buSzPts val="2000"/>
              <a:buFont typeface="Arial"/>
              <a:buChar char="•"/>
            </a:pPr>
            <a:r>
              <a:rPr lang="en-US" sz="2000" dirty="0">
                <a:latin typeface="Arial"/>
                <a:ea typeface="Arial"/>
                <a:cs typeface="Arial"/>
                <a:sym typeface="Arial"/>
              </a:rPr>
              <a:t>transient - </a:t>
            </a:r>
            <a:r>
              <a:rPr lang="en-US" sz="2000" dirty="0" err="1">
                <a:latin typeface="Arial"/>
                <a:ea typeface="Arial"/>
                <a:cs typeface="Arial"/>
                <a:sym typeface="Arial"/>
              </a:rPr>
              <a:t>atribut</a:t>
            </a:r>
            <a:r>
              <a:rPr lang="en-US" sz="2000" dirty="0">
                <a:latin typeface="Arial"/>
                <a:ea typeface="Arial"/>
                <a:cs typeface="Arial"/>
                <a:sym typeface="Arial"/>
              </a:rPr>
              <a:t> </a:t>
            </a:r>
            <a:r>
              <a:rPr lang="en-US" sz="2000" dirty="0" err="1">
                <a:latin typeface="Arial"/>
                <a:ea typeface="Arial"/>
                <a:cs typeface="Arial"/>
                <a:sym typeface="Arial"/>
              </a:rPr>
              <a:t>maupun</a:t>
            </a:r>
            <a:r>
              <a:rPr lang="en-US" sz="2000" dirty="0">
                <a:latin typeface="Arial"/>
                <a:ea typeface="Arial"/>
                <a:cs typeface="Arial"/>
                <a:sym typeface="Arial"/>
              </a:rPr>
              <a:t> method yang </a:t>
            </a:r>
            <a:r>
              <a:rPr lang="en-US" sz="2000" dirty="0" err="1">
                <a:latin typeface="Arial"/>
                <a:ea typeface="Arial"/>
                <a:cs typeface="Arial"/>
                <a:sym typeface="Arial"/>
              </a:rPr>
              <a:t>dilewati</a:t>
            </a:r>
            <a:r>
              <a:rPr lang="en-US" sz="2000" dirty="0">
                <a:latin typeface="Arial"/>
                <a:ea typeface="Arial"/>
                <a:cs typeface="Arial"/>
                <a:sym typeface="Arial"/>
              </a:rPr>
              <a:t> </a:t>
            </a:r>
            <a:r>
              <a:rPr lang="en-US" sz="2000" dirty="0" err="1">
                <a:latin typeface="Arial"/>
                <a:ea typeface="Arial"/>
                <a:cs typeface="Arial"/>
                <a:sym typeface="Arial"/>
              </a:rPr>
              <a:t>ketika</a:t>
            </a:r>
            <a:r>
              <a:rPr lang="en-US" sz="2000" dirty="0">
                <a:latin typeface="Arial"/>
                <a:ea typeface="Arial"/>
                <a:cs typeface="Arial"/>
                <a:sym typeface="Arial"/>
              </a:rPr>
              <a:t> </a:t>
            </a:r>
            <a:r>
              <a:rPr lang="en-US" sz="2000" dirty="0" err="1">
                <a:latin typeface="Arial"/>
                <a:ea typeface="Arial"/>
                <a:cs typeface="Arial"/>
                <a:sym typeface="Arial"/>
              </a:rPr>
              <a:t>dilakukan</a:t>
            </a:r>
            <a:r>
              <a:rPr lang="en-US" sz="2000" dirty="0">
                <a:latin typeface="Arial"/>
                <a:ea typeface="Arial"/>
                <a:cs typeface="Arial"/>
                <a:sym typeface="Arial"/>
              </a:rPr>
              <a:t> proses serialize. </a:t>
            </a:r>
            <a:endParaRPr dirty="0"/>
          </a:p>
          <a:p>
            <a:pPr marL="171450" lvl="0" indent="-171450" algn="l" rtl="0">
              <a:lnSpc>
                <a:spcPct val="100000"/>
              </a:lnSpc>
              <a:spcBef>
                <a:spcPts val="1000"/>
              </a:spcBef>
              <a:spcAft>
                <a:spcPts val="0"/>
              </a:spcAft>
              <a:buClr>
                <a:srgbClr val="3F3F3F"/>
              </a:buClr>
              <a:buSzPts val="2000"/>
              <a:buFont typeface="Arial"/>
              <a:buChar char="•"/>
            </a:pPr>
            <a:r>
              <a:rPr lang="en-US" sz="2000" dirty="0" err="1">
                <a:latin typeface="Arial"/>
                <a:ea typeface="Arial"/>
                <a:cs typeface="Arial"/>
                <a:sym typeface="Arial"/>
              </a:rPr>
              <a:t>syncronized</a:t>
            </a:r>
            <a:r>
              <a:rPr lang="en-US" sz="2000" dirty="0">
                <a:latin typeface="Arial"/>
                <a:ea typeface="Arial"/>
                <a:cs typeface="Arial"/>
                <a:sym typeface="Arial"/>
              </a:rPr>
              <a:t> - method yang </a:t>
            </a:r>
            <a:r>
              <a:rPr lang="en-US" sz="2000" dirty="0" err="1">
                <a:latin typeface="Arial"/>
                <a:ea typeface="Arial"/>
                <a:cs typeface="Arial"/>
                <a:sym typeface="Arial"/>
              </a:rPr>
              <a:t>hanya</a:t>
            </a:r>
            <a:r>
              <a:rPr lang="en-US" sz="2000" dirty="0">
                <a:latin typeface="Arial"/>
                <a:ea typeface="Arial"/>
                <a:cs typeface="Arial"/>
                <a:sym typeface="Arial"/>
              </a:rPr>
              <a:t> </a:t>
            </a:r>
            <a:r>
              <a:rPr lang="en-US" sz="2000" dirty="0" err="1">
                <a:latin typeface="Arial"/>
                <a:ea typeface="Arial"/>
                <a:cs typeface="Arial"/>
                <a:sym typeface="Arial"/>
              </a:rPr>
              <a:t>dapat</a:t>
            </a:r>
            <a:r>
              <a:rPr lang="en-US" sz="2000" dirty="0">
                <a:latin typeface="Arial"/>
                <a:ea typeface="Arial"/>
                <a:cs typeface="Arial"/>
                <a:sym typeface="Arial"/>
              </a:rPr>
              <a:t> </a:t>
            </a:r>
            <a:r>
              <a:rPr lang="en-US" sz="2000" dirty="0" err="1">
                <a:latin typeface="Arial"/>
                <a:ea typeface="Arial"/>
                <a:cs typeface="Arial"/>
                <a:sym typeface="Arial"/>
              </a:rPr>
              <a:t>diakses</a:t>
            </a:r>
            <a:r>
              <a:rPr lang="en-US" sz="2000" dirty="0">
                <a:latin typeface="Arial"/>
                <a:ea typeface="Arial"/>
                <a:cs typeface="Arial"/>
                <a:sym typeface="Arial"/>
              </a:rPr>
              <a:t> oleh </a:t>
            </a:r>
            <a:r>
              <a:rPr lang="en-US" sz="2000" dirty="0" err="1">
                <a:latin typeface="Arial"/>
                <a:ea typeface="Arial"/>
                <a:cs typeface="Arial"/>
                <a:sym typeface="Arial"/>
              </a:rPr>
              <a:t>satu</a:t>
            </a:r>
            <a:r>
              <a:rPr lang="en-US" sz="2000" dirty="0">
                <a:latin typeface="Arial"/>
                <a:ea typeface="Arial"/>
                <a:cs typeface="Arial"/>
                <a:sym typeface="Arial"/>
              </a:rPr>
              <a:t> thread </a:t>
            </a:r>
            <a:r>
              <a:rPr lang="en-US" sz="2000" dirty="0" err="1">
                <a:latin typeface="Arial"/>
                <a:ea typeface="Arial"/>
                <a:cs typeface="Arial"/>
                <a:sym typeface="Arial"/>
              </a:rPr>
              <a:t>dalam</a:t>
            </a:r>
            <a:r>
              <a:rPr lang="en-US" sz="2000" dirty="0">
                <a:latin typeface="Arial"/>
                <a:ea typeface="Arial"/>
                <a:cs typeface="Arial"/>
                <a:sym typeface="Arial"/>
              </a:rPr>
              <a:t> </a:t>
            </a:r>
            <a:r>
              <a:rPr lang="en-US" sz="2000" dirty="0" err="1">
                <a:latin typeface="Arial"/>
                <a:ea typeface="Arial"/>
                <a:cs typeface="Arial"/>
                <a:sym typeface="Arial"/>
              </a:rPr>
              <a:t>waktu</a:t>
            </a:r>
            <a:r>
              <a:rPr lang="en-US" sz="2000" dirty="0">
                <a:latin typeface="Arial"/>
                <a:ea typeface="Arial"/>
                <a:cs typeface="Arial"/>
                <a:sym typeface="Arial"/>
              </a:rPr>
              <a:t> yang </a:t>
            </a:r>
            <a:r>
              <a:rPr lang="en-US" sz="2000" dirty="0" err="1">
                <a:latin typeface="Arial"/>
                <a:ea typeface="Arial"/>
                <a:cs typeface="Arial"/>
                <a:sym typeface="Arial"/>
              </a:rPr>
              <a:t>sama</a:t>
            </a:r>
            <a:r>
              <a:rPr lang="en-US" sz="2000" dirty="0">
                <a:latin typeface="Arial"/>
                <a:ea typeface="Arial"/>
                <a:cs typeface="Arial"/>
                <a:sym typeface="Arial"/>
              </a:rPr>
              <a:t>.</a:t>
            </a:r>
            <a:endParaRPr dirty="0"/>
          </a:p>
          <a:p>
            <a:pPr marL="171450" lvl="0" indent="-171450" algn="l" rtl="0">
              <a:lnSpc>
                <a:spcPct val="100000"/>
              </a:lnSpc>
              <a:spcBef>
                <a:spcPts val="1000"/>
              </a:spcBef>
              <a:spcAft>
                <a:spcPts val="0"/>
              </a:spcAft>
              <a:buClr>
                <a:srgbClr val="3F3F3F"/>
              </a:buClr>
              <a:buSzPts val="2000"/>
              <a:buFont typeface="Arial"/>
              <a:buChar char="•"/>
            </a:pPr>
            <a:r>
              <a:rPr lang="en-US" sz="2000" dirty="0">
                <a:latin typeface="Arial"/>
                <a:ea typeface="Arial"/>
                <a:cs typeface="Arial"/>
                <a:sym typeface="Arial"/>
              </a:rPr>
              <a:t>volatile - </a:t>
            </a:r>
            <a:r>
              <a:rPr lang="en-US" sz="2000" dirty="0" err="1">
                <a:latin typeface="Arial"/>
                <a:ea typeface="Arial"/>
                <a:cs typeface="Arial"/>
                <a:sym typeface="Arial"/>
              </a:rPr>
              <a:t>nilai</a:t>
            </a:r>
            <a:r>
              <a:rPr lang="en-US" sz="2000" dirty="0">
                <a:latin typeface="Arial"/>
                <a:ea typeface="Arial"/>
                <a:cs typeface="Arial"/>
                <a:sym typeface="Arial"/>
              </a:rPr>
              <a:t> </a:t>
            </a:r>
            <a:r>
              <a:rPr lang="en-US" sz="2000" dirty="0" err="1">
                <a:latin typeface="Arial"/>
                <a:ea typeface="Arial"/>
                <a:cs typeface="Arial"/>
                <a:sym typeface="Arial"/>
              </a:rPr>
              <a:t>dari</a:t>
            </a:r>
            <a:r>
              <a:rPr lang="en-US" sz="2000" dirty="0">
                <a:latin typeface="Arial"/>
                <a:ea typeface="Arial"/>
                <a:cs typeface="Arial"/>
                <a:sym typeface="Arial"/>
              </a:rPr>
              <a:t> </a:t>
            </a:r>
            <a:r>
              <a:rPr lang="en-US" sz="2000" dirty="0" err="1">
                <a:latin typeface="Arial"/>
                <a:ea typeface="Arial"/>
                <a:cs typeface="Arial"/>
                <a:sym typeface="Arial"/>
              </a:rPr>
              <a:t>atribut</a:t>
            </a:r>
            <a:r>
              <a:rPr lang="en-US" sz="2000" dirty="0">
                <a:latin typeface="Arial"/>
                <a:ea typeface="Arial"/>
                <a:cs typeface="Arial"/>
                <a:sym typeface="Arial"/>
              </a:rPr>
              <a:t> </a:t>
            </a:r>
            <a:r>
              <a:rPr lang="en-US" sz="2000" dirty="0" err="1">
                <a:latin typeface="Arial"/>
                <a:ea typeface="Arial"/>
                <a:cs typeface="Arial"/>
                <a:sym typeface="Arial"/>
              </a:rPr>
              <a:t>tidak</a:t>
            </a:r>
            <a:r>
              <a:rPr lang="en-US" sz="2000" dirty="0">
                <a:latin typeface="Arial"/>
                <a:ea typeface="Arial"/>
                <a:cs typeface="Arial"/>
                <a:sym typeface="Arial"/>
              </a:rPr>
              <a:t> </a:t>
            </a:r>
            <a:r>
              <a:rPr lang="en-US" sz="2000" dirty="0" err="1">
                <a:latin typeface="Arial"/>
                <a:ea typeface="Arial"/>
                <a:cs typeface="Arial"/>
                <a:sym typeface="Arial"/>
              </a:rPr>
              <a:t>dilakukan</a:t>
            </a:r>
            <a:r>
              <a:rPr lang="en-US" sz="2000" dirty="0">
                <a:latin typeface="Arial"/>
                <a:ea typeface="Arial"/>
                <a:cs typeface="Arial"/>
                <a:sym typeface="Arial"/>
              </a:rPr>
              <a:t> caching dan </a:t>
            </a:r>
            <a:r>
              <a:rPr lang="en-US" sz="2000" dirty="0" err="1">
                <a:latin typeface="Arial"/>
                <a:ea typeface="Arial"/>
                <a:cs typeface="Arial"/>
                <a:sym typeface="Arial"/>
              </a:rPr>
              <a:t>hanya</a:t>
            </a:r>
            <a:r>
              <a:rPr lang="en-US" sz="2000" dirty="0">
                <a:latin typeface="Arial"/>
                <a:ea typeface="Arial"/>
                <a:cs typeface="Arial"/>
                <a:sym typeface="Arial"/>
              </a:rPr>
              <a:t> </a:t>
            </a:r>
            <a:r>
              <a:rPr lang="en-US" sz="2000" dirty="0" err="1">
                <a:latin typeface="Arial"/>
                <a:ea typeface="Arial"/>
                <a:cs typeface="Arial"/>
                <a:sym typeface="Arial"/>
              </a:rPr>
              <a:t>dibaca</a:t>
            </a:r>
            <a:r>
              <a:rPr lang="en-US" sz="2000" dirty="0">
                <a:latin typeface="Arial"/>
                <a:ea typeface="Arial"/>
                <a:cs typeface="Arial"/>
                <a:sym typeface="Arial"/>
              </a:rPr>
              <a:t> pada </a:t>
            </a:r>
            <a:r>
              <a:rPr lang="en-US" sz="2000" dirty="0" err="1">
                <a:latin typeface="Arial"/>
                <a:ea typeface="Arial"/>
                <a:cs typeface="Arial"/>
                <a:sym typeface="Arial"/>
              </a:rPr>
              <a:t>memori</a:t>
            </a:r>
            <a:r>
              <a:rPr lang="en-US" sz="2000" dirty="0">
                <a:latin typeface="Arial"/>
                <a:ea typeface="Arial"/>
                <a:cs typeface="Arial"/>
                <a:sym typeface="Arial"/>
              </a:rPr>
              <a:t> </a:t>
            </a:r>
            <a:r>
              <a:rPr lang="en-US" sz="2000" dirty="0" err="1">
                <a:latin typeface="Arial"/>
                <a:ea typeface="Arial"/>
                <a:cs typeface="Arial"/>
                <a:sym typeface="Arial"/>
              </a:rPr>
              <a:t>utama</a:t>
            </a:r>
            <a:r>
              <a:rPr lang="en-US" sz="2000" dirty="0">
                <a:latin typeface="Arial"/>
                <a:ea typeface="Arial"/>
                <a:cs typeface="Arial"/>
                <a:sym typeface="Arial"/>
              </a:rPr>
              <a:t>.</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0"/>
          <p:cNvSpPr txBox="1">
            <a:spLocks noGrp="1"/>
          </p:cNvSpPr>
          <p:nvPr>
            <p:ph type="title"/>
          </p:nvPr>
        </p:nvSpPr>
        <p:spPr>
          <a:xfrm>
            <a:off x="3069021" y="274320"/>
            <a:ext cx="8759563" cy="1143000"/>
          </a:xfrm>
        </p:spPr>
        <p:txBody>
          <a:bodyPr spcFirstLastPara="1" lIns="91425" tIns="45700" rIns="91425" bIns="45700" anchor="t" anchorCtr="0">
            <a:normAutofit/>
          </a:bodyPr>
          <a:lstStyle/>
          <a:p>
            <a:pPr marL="0" lvl="0" indent="0" rtl="0">
              <a:spcBef>
                <a:spcPts val="0"/>
              </a:spcBef>
              <a:spcAft>
                <a:spcPts val="0"/>
              </a:spcAft>
              <a:buClr>
                <a:srgbClr val="3A3838"/>
              </a:buClr>
              <a:buSzPts val="2800"/>
              <a:buFont typeface="Calibri"/>
              <a:buNone/>
            </a:pPr>
            <a:r>
              <a:rPr lang="en-US" b="1"/>
              <a:t>Method Setter &amp; Getter</a:t>
            </a:r>
            <a:endParaRPr lang="en-US"/>
          </a:p>
        </p:txBody>
      </p:sp>
      <p:graphicFrame>
        <p:nvGraphicFramePr>
          <p:cNvPr id="167" name="Google Shape;165;p10">
            <a:extLst>
              <a:ext uri="{FF2B5EF4-FFF2-40B4-BE49-F238E27FC236}">
                <a16:creationId xmlns:a16="http://schemas.microsoft.com/office/drawing/2014/main" id="{EAF89B85-307C-0C03-35D2-E8093F7F0B7B}"/>
              </a:ext>
            </a:extLst>
          </p:cNvPr>
          <p:cNvGraphicFramePr/>
          <p:nvPr>
            <p:extLst>
              <p:ext uri="{D42A27DB-BD31-4B8C-83A1-F6EECF244321}">
                <p14:modId xmlns:p14="http://schemas.microsoft.com/office/powerpoint/2010/main" val="2776874135"/>
              </p:ext>
            </p:extLst>
          </p:nvPr>
        </p:nvGraphicFramePr>
        <p:xfrm>
          <a:off x="1163144" y="1600200"/>
          <a:ext cx="10720552" cy="48195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9"/>
        <p:cNvGrpSpPr/>
        <p:nvPr/>
      </p:nvGrpSpPr>
      <p:grpSpPr>
        <a:xfrm>
          <a:off x="0" y="0"/>
          <a:ext cx="0" cy="0"/>
          <a:chOff x="0" y="0"/>
          <a:chExt cx="0" cy="0"/>
        </a:xfrm>
      </p:grpSpPr>
      <p:sp>
        <p:nvSpPr>
          <p:cNvPr id="170" name="Google Shape;170;p1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1" name="Google Shape;171;p11"/>
          <p:cNvSpPr/>
          <p:nvPr/>
        </p:nvSpPr>
        <p:spPr>
          <a:xfrm rot="-2700000" flipH="1">
            <a:off x="-376156" y="-253670"/>
            <a:ext cx="1827638" cy="1376989"/>
          </a:xfrm>
          <a:custGeom>
            <a:avLst/>
            <a:gdLst/>
            <a:ahLst/>
            <a:cxnLst/>
            <a:rect l="l" t="t" r="r" b="b"/>
            <a:pathLst>
              <a:path w="1827638" h="1376989" extrusionOk="0">
                <a:moveTo>
                  <a:pt x="0" y="987379"/>
                </a:moveTo>
                <a:lnTo>
                  <a:pt x="987379" y="0"/>
                </a:lnTo>
                <a:lnTo>
                  <a:pt x="1827638" y="840260"/>
                </a:lnTo>
                <a:lnTo>
                  <a:pt x="1827638" y="1376989"/>
                </a:lnTo>
                <a:lnTo>
                  <a:pt x="0" y="1376989"/>
                </a:lnTo>
                <a:close/>
              </a:path>
            </a:pathLst>
          </a:cu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2" name="Google Shape;172;p11"/>
          <p:cNvSpPr/>
          <p:nvPr/>
        </p:nvSpPr>
        <p:spPr>
          <a:xfrm rot="-2700000" flipH="1">
            <a:off x="891641" y="422146"/>
            <a:ext cx="645368" cy="645368"/>
          </a:xfrm>
          <a:prstGeom prst="rect">
            <a:avLst/>
          </a:pr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3" name="Google Shape;173;p11"/>
          <p:cNvSpPr/>
          <p:nvPr/>
        </p:nvSpPr>
        <p:spPr>
          <a:xfrm rot="-2700000" flipH="1">
            <a:off x="10043482" y="655140"/>
            <a:ext cx="687472" cy="687472"/>
          </a:xfrm>
          <a:prstGeom prst="rect">
            <a:avLst/>
          </a:prstGeom>
          <a:solidFill>
            <a:schemeClr val="accent4">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4" name="Google Shape;174;p11"/>
          <p:cNvSpPr/>
          <p:nvPr/>
        </p:nvSpPr>
        <p:spPr>
          <a:xfrm rot="10800000" flipH="1">
            <a:off x="9356643" y="0"/>
            <a:ext cx="2835357" cy="1480837"/>
          </a:xfrm>
          <a:custGeom>
            <a:avLst/>
            <a:gdLst/>
            <a:ahLst/>
            <a:cxnLst/>
            <a:rect l="l" t="t" r="r" b="b"/>
            <a:pathLst>
              <a:path w="2835357" h="1480837" extrusionOk="0">
                <a:moveTo>
                  <a:pt x="2835357" y="1480837"/>
                </a:moveTo>
                <a:lnTo>
                  <a:pt x="0" y="1480837"/>
                </a:lnTo>
                <a:lnTo>
                  <a:pt x="1552727" y="0"/>
                </a:lnTo>
                <a:lnTo>
                  <a:pt x="2835357" y="1223245"/>
                </a:lnTo>
                <a:close/>
              </a:path>
            </a:pathLst>
          </a:custGeom>
          <a:solidFill>
            <a:schemeClr val="accent4">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5" name="Google Shape;175;p11"/>
          <p:cNvSpPr/>
          <p:nvPr/>
        </p:nvSpPr>
        <p:spPr>
          <a:xfrm flipH="1">
            <a:off x="7976344" y="6115501"/>
            <a:ext cx="1494513" cy="742499"/>
          </a:xfrm>
          <a:prstGeom prst="triangle">
            <a:avLst>
              <a:gd name="adj" fmla="val 50000"/>
            </a:avLst>
          </a:pr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6" name="Google Shape;176;p11"/>
          <p:cNvSpPr/>
          <p:nvPr/>
        </p:nvSpPr>
        <p:spPr>
          <a:xfrm flipH="1">
            <a:off x="7604080" y="6453143"/>
            <a:ext cx="814903" cy="404857"/>
          </a:xfrm>
          <a:prstGeom prst="triangle">
            <a:avLst>
              <a:gd name="adj" fmla="val 50000"/>
            </a:avLst>
          </a:pr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77" name="Google Shape;177;p11" descr="Text&#10;&#10;Description automatically generated"/>
          <p:cNvPicPr preferRelativeResize="0"/>
          <p:nvPr/>
        </p:nvPicPr>
        <p:blipFill rotWithShape="1">
          <a:blip r:embed="rId3">
            <a:alphaModFix/>
          </a:blip>
          <a:srcRect/>
          <a:stretch/>
        </p:blipFill>
        <p:spPr>
          <a:xfrm>
            <a:off x="2583366" y="0"/>
            <a:ext cx="7025268" cy="6858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1"/>
        <p:cNvGrpSpPr/>
        <p:nvPr/>
      </p:nvGrpSpPr>
      <p:grpSpPr>
        <a:xfrm>
          <a:off x="0" y="0"/>
          <a:ext cx="0" cy="0"/>
          <a:chOff x="0" y="0"/>
          <a:chExt cx="0" cy="0"/>
        </a:xfrm>
      </p:grpSpPr>
      <p:sp>
        <p:nvSpPr>
          <p:cNvPr id="182" name="Google Shape;182;p1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3" name="Google Shape;183;p12"/>
          <p:cNvSpPr/>
          <p:nvPr/>
        </p:nvSpPr>
        <p:spPr>
          <a:xfrm rot="-2700000" flipH="1">
            <a:off x="-376156" y="-253670"/>
            <a:ext cx="1827638" cy="1376989"/>
          </a:xfrm>
          <a:custGeom>
            <a:avLst/>
            <a:gdLst/>
            <a:ahLst/>
            <a:cxnLst/>
            <a:rect l="l" t="t" r="r" b="b"/>
            <a:pathLst>
              <a:path w="1827638" h="1376989" extrusionOk="0">
                <a:moveTo>
                  <a:pt x="0" y="987379"/>
                </a:moveTo>
                <a:lnTo>
                  <a:pt x="987379" y="0"/>
                </a:lnTo>
                <a:lnTo>
                  <a:pt x="1827638" y="840260"/>
                </a:lnTo>
                <a:lnTo>
                  <a:pt x="1827638" y="1376989"/>
                </a:lnTo>
                <a:lnTo>
                  <a:pt x="0" y="1376989"/>
                </a:lnTo>
                <a:close/>
              </a:path>
            </a:pathLst>
          </a:cu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4" name="Google Shape;184;p12"/>
          <p:cNvSpPr/>
          <p:nvPr/>
        </p:nvSpPr>
        <p:spPr>
          <a:xfrm rot="-2700000" flipH="1">
            <a:off x="891641" y="422146"/>
            <a:ext cx="645368" cy="645368"/>
          </a:xfrm>
          <a:prstGeom prst="rect">
            <a:avLst/>
          </a:pr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5" name="Google Shape;185;p12"/>
          <p:cNvSpPr/>
          <p:nvPr/>
        </p:nvSpPr>
        <p:spPr>
          <a:xfrm rot="-2700000" flipH="1">
            <a:off x="10043482" y="655140"/>
            <a:ext cx="687472" cy="687472"/>
          </a:xfrm>
          <a:prstGeom prst="rect">
            <a:avLst/>
          </a:prstGeom>
          <a:solidFill>
            <a:schemeClr val="accent4">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6" name="Google Shape;186;p12"/>
          <p:cNvSpPr/>
          <p:nvPr/>
        </p:nvSpPr>
        <p:spPr>
          <a:xfrm rot="10800000" flipH="1">
            <a:off x="9356643" y="0"/>
            <a:ext cx="2835357" cy="1480837"/>
          </a:xfrm>
          <a:custGeom>
            <a:avLst/>
            <a:gdLst/>
            <a:ahLst/>
            <a:cxnLst/>
            <a:rect l="l" t="t" r="r" b="b"/>
            <a:pathLst>
              <a:path w="2835357" h="1480837" extrusionOk="0">
                <a:moveTo>
                  <a:pt x="2835357" y="1480837"/>
                </a:moveTo>
                <a:lnTo>
                  <a:pt x="0" y="1480837"/>
                </a:lnTo>
                <a:lnTo>
                  <a:pt x="1552727" y="0"/>
                </a:lnTo>
                <a:lnTo>
                  <a:pt x="2835357" y="1223245"/>
                </a:lnTo>
                <a:close/>
              </a:path>
            </a:pathLst>
          </a:custGeom>
          <a:solidFill>
            <a:schemeClr val="accent4">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7" name="Google Shape;187;p12"/>
          <p:cNvSpPr/>
          <p:nvPr/>
        </p:nvSpPr>
        <p:spPr>
          <a:xfrm flipH="1">
            <a:off x="7976344" y="6115501"/>
            <a:ext cx="1494513" cy="742499"/>
          </a:xfrm>
          <a:prstGeom prst="triangle">
            <a:avLst>
              <a:gd name="adj" fmla="val 50000"/>
            </a:avLst>
          </a:pr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8" name="Google Shape;188;p12"/>
          <p:cNvSpPr/>
          <p:nvPr/>
        </p:nvSpPr>
        <p:spPr>
          <a:xfrm flipH="1">
            <a:off x="7604080" y="6453143"/>
            <a:ext cx="814903" cy="404857"/>
          </a:xfrm>
          <a:prstGeom prst="triangle">
            <a:avLst>
              <a:gd name="adj" fmla="val 50000"/>
            </a:avLst>
          </a:pr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89" name="Google Shape;189;p12" descr="A screenshot of a computer&#10;&#10;Description automatically generated with medium confidence"/>
          <p:cNvPicPr preferRelativeResize="0"/>
          <p:nvPr/>
        </p:nvPicPr>
        <p:blipFill rotWithShape="1">
          <a:blip r:embed="rId3">
            <a:alphaModFix/>
          </a:blip>
          <a:srcRect/>
          <a:stretch/>
        </p:blipFill>
        <p:spPr>
          <a:xfrm>
            <a:off x="1615180" y="886691"/>
            <a:ext cx="8722874" cy="494914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3"/>
          <p:cNvSpPr txBox="1">
            <a:spLocks noGrp="1"/>
          </p:cNvSpPr>
          <p:nvPr>
            <p:ph type="title"/>
          </p:nvPr>
        </p:nvSpPr>
        <p:spPr>
          <a:xfrm>
            <a:off x="2650421" y="549741"/>
            <a:ext cx="8759563" cy="1143000"/>
          </a:xfrm>
        </p:spPr>
        <p:txBody>
          <a:bodyPr spcFirstLastPara="1" lIns="91425" tIns="45700" rIns="91425" bIns="45700" anchor="t" anchorCtr="0">
            <a:normAutofit/>
          </a:bodyPr>
          <a:lstStyle/>
          <a:p>
            <a:pPr marL="0" lvl="0" indent="0" rtl="0">
              <a:spcBef>
                <a:spcPts val="0"/>
              </a:spcBef>
              <a:spcAft>
                <a:spcPts val="0"/>
              </a:spcAft>
              <a:buClr>
                <a:srgbClr val="3A3838"/>
              </a:buClr>
              <a:buSzPts val="2800"/>
              <a:buFont typeface="Calibri"/>
              <a:buNone/>
            </a:pPr>
            <a:r>
              <a:rPr lang="en-US" dirty="0" err="1"/>
              <a:t>Referensi</a:t>
            </a:r>
            <a:r>
              <a:rPr lang="en-US" dirty="0"/>
              <a:t> :</a:t>
            </a:r>
            <a:endParaRPr lang="en-ID"/>
          </a:p>
        </p:txBody>
      </p:sp>
      <p:graphicFrame>
        <p:nvGraphicFramePr>
          <p:cNvPr id="197" name="Google Shape;195;p13">
            <a:extLst>
              <a:ext uri="{FF2B5EF4-FFF2-40B4-BE49-F238E27FC236}">
                <a16:creationId xmlns:a16="http://schemas.microsoft.com/office/drawing/2014/main" id="{6B0EDA0D-CD4F-A660-180C-AC96D04D8519}"/>
              </a:ext>
            </a:extLst>
          </p:cNvPr>
          <p:cNvGraphicFramePr/>
          <p:nvPr>
            <p:extLst>
              <p:ext uri="{D42A27DB-BD31-4B8C-83A1-F6EECF244321}">
                <p14:modId xmlns:p14="http://schemas.microsoft.com/office/powerpoint/2010/main" val="623554471"/>
              </p:ext>
            </p:extLst>
          </p:nvPr>
        </p:nvGraphicFramePr>
        <p:xfrm>
          <a:off x="1163144" y="1600200"/>
          <a:ext cx="10720552" cy="48195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4"/>
          <p:cNvSpPr txBox="1">
            <a:spLocks noGrp="1"/>
          </p:cNvSpPr>
          <p:nvPr>
            <p:ph type="ctr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Quattrocento Sans"/>
              <a:buNone/>
            </a:pPr>
            <a:r>
              <a:rPr lang="en-US" dirty="0">
                <a:latin typeface="Quattrocento Sans"/>
                <a:sym typeface="Quattrocento Sans"/>
              </a:rPr>
              <a:t>Thank You!!</a:t>
            </a:r>
            <a:endParaRPr dirty="0"/>
          </a:p>
        </p:txBody>
      </p:sp>
      <p:sp>
        <p:nvSpPr>
          <p:cNvPr id="2" name="Subtitle 1">
            <a:extLst>
              <a:ext uri="{FF2B5EF4-FFF2-40B4-BE49-F238E27FC236}">
                <a16:creationId xmlns:a16="http://schemas.microsoft.com/office/drawing/2014/main" id="{A264467F-050D-EF2F-E147-092421F5C524}"/>
              </a:ext>
            </a:extLst>
          </p:cNvPr>
          <p:cNvSpPr>
            <a:spLocks noGrp="1"/>
          </p:cNvSpPr>
          <p:nvPr>
            <p:ph type="subTitle" idx="1"/>
          </p:nvPr>
        </p:nvSpPr>
        <p:spPr/>
        <p:txBody>
          <a:bodyPr/>
          <a:lstStyle/>
          <a:p>
            <a:endParaRPr lang="en-US"/>
          </a:p>
        </p:txBody>
      </p:sp>
    </p:spTree>
  </p:cSld>
  <p:clrMapOvr>
    <a:masterClrMapping/>
  </p:clrMapOvr>
</p:sld>
</file>

<file path=ppt/theme/theme1.xml><?xml version="1.0" encoding="utf-8"?>
<a:theme xmlns:a="http://schemas.openxmlformats.org/drawingml/2006/main" name="BOL NE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 Slide - Class dan Object</Template>
  <TotalTime>0</TotalTime>
  <Words>659</Words>
  <Application>Microsoft Macintosh PowerPoint</Application>
  <PresentationFormat>Widescreen</PresentationFormat>
  <Paragraphs>49</Paragraphs>
  <Slides>14</Slides>
  <Notes>14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Calibri</vt:lpstr>
      <vt:lpstr>Wingdings</vt:lpstr>
      <vt:lpstr>Segoe UI Semibold</vt:lpstr>
      <vt:lpstr>Gill Sans MT Condensed</vt:lpstr>
      <vt:lpstr>Courier New</vt:lpstr>
      <vt:lpstr>Arial</vt:lpstr>
      <vt:lpstr>Quattrocento Sans</vt:lpstr>
      <vt:lpstr>Segoe UI Light</vt:lpstr>
      <vt:lpstr>Consolas</vt:lpstr>
      <vt:lpstr>Roboto</vt:lpstr>
      <vt:lpstr>BOL NEW</vt:lpstr>
      <vt:lpstr>Pemrograman Berorientasi Objek</vt:lpstr>
      <vt:lpstr>PENGENALAN</vt:lpstr>
      <vt:lpstr>Mengapa dan bagaimana?</vt:lpstr>
      <vt:lpstr>Lebih lanjut tentang Enkapsulasi</vt:lpstr>
      <vt:lpstr>Modifier pada Java</vt:lpstr>
      <vt:lpstr>Modifier Akses</vt:lpstr>
      <vt:lpstr>Modifier akses yang ditempatkan pada constructor, attribute dan method</vt:lpstr>
      <vt:lpstr>Modifier Non-Akses</vt:lpstr>
      <vt:lpstr>Modifier akses yang ditempatkan pada contructor, atribut, maupun method</vt:lpstr>
      <vt:lpstr>Method Setter &amp; Getter</vt:lpstr>
      <vt:lpstr>PowerPoint Presentation</vt:lpstr>
      <vt:lpstr>PowerPoint Presentation</vt:lpstr>
      <vt:lpstr>Referensi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aluns_000</dc:creator>
  <cp:lastModifiedBy>office38889</cp:lastModifiedBy>
  <cp:revision>1</cp:revision>
  <dcterms:created xsi:type="dcterms:W3CDTF">2020-10-07T02:02:11Z</dcterms:created>
  <dcterms:modified xsi:type="dcterms:W3CDTF">2025-03-16T02:00:45Z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