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2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Gill Sans MT Condensed" panose="020B0506020104020203" pitchFamily="34" charset="77"/>
      <p:regular r:id="rId19"/>
    </p:embeddedFont>
    <p:embeddedFont>
      <p:font typeface="Quattrocento Sans" panose="020B0502050000020003" pitchFamily="34" charset="0"/>
      <p:regular r:id="rId20"/>
      <p:bold r:id="rId21"/>
      <p:italic r:id="rId22"/>
      <p:boldItalic r:id="rId23"/>
    </p:embeddedFont>
    <p:embeddedFont>
      <p:font typeface="Segoe UI Light" panose="020B0502040204020203" pitchFamily="34" charset="0"/>
      <p:regular r:id="rId24"/>
      <p:italic r:id="rId25"/>
    </p:embeddedFont>
    <p:embeddedFont>
      <p:font typeface="Segoe UI Semibold" panose="020B0502040204020203" pitchFamily="34" charset="0"/>
      <p:regular r:id="rId26"/>
      <p:bold r:id="rId27"/>
      <p:italic r:id="rId28"/>
      <p:boldItalic r:id="rId29"/>
    </p:embeddedFont>
  </p:embeddedFontLst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ituKcpFfhBxc5+9i4bLO03TiIu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7"/>
    <p:restoredTop sz="94758"/>
  </p:normalViewPr>
  <p:slideViewPr>
    <p:cSldViewPr snapToGrid="0">
      <p:cViewPr varScale="1">
        <p:scale>
          <a:sx n="91" d="100"/>
          <a:sy n="91" d="100"/>
        </p:scale>
        <p:origin x="192" y="8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Slide Show mode, select the arrows to visit links.</a:t>
            </a:r>
            <a:endParaRPr/>
          </a:p>
        </p:txBody>
      </p:sp>
      <p:sp>
        <p:nvSpPr>
          <p:cNvPr id="132" name="Google Shape;13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CE80BC96-DA12-6566-B16C-C26273237CB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66" b="-1"/>
          <a:stretch/>
        </p:blipFill>
        <p:spPr>
          <a:xfrm>
            <a:off x="23363" y="0"/>
            <a:ext cx="12168636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9720" y="2129789"/>
            <a:ext cx="9467880" cy="1727838"/>
          </a:xfrm>
        </p:spPr>
        <p:txBody>
          <a:bodyPr anchor="b"/>
          <a:lstStyle>
            <a:lvl1pPr algn="ctr"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950598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72004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>
            <a:lvl2pPr>
              <a:defRPr>
                <a:solidFill>
                  <a:srgbClr val="0070C0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351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82A01DE1-0E79-744C-8EC3-09B1DCF8C9E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66" b="-1"/>
          <a:stretch/>
        </p:blipFill>
        <p:spPr>
          <a:xfrm>
            <a:off x="0" y="0"/>
            <a:ext cx="12192000" cy="686180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7856" y="2129793"/>
            <a:ext cx="8492359" cy="1729609"/>
          </a:xfrm>
        </p:spPr>
        <p:txBody>
          <a:bodyPr anchor="b"/>
          <a:lstStyle>
            <a:lvl1pPr algn="ctr"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09307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6DA60758-17EC-EC26-D1F0-85CC622B46B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66" b="-1"/>
          <a:stretch/>
        </p:blipFill>
        <p:spPr>
          <a:xfrm>
            <a:off x="0" y="6763"/>
            <a:ext cx="12192000" cy="68512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4406266"/>
            <a:ext cx="10363200" cy="1362074"/>
          </a:xfrm>
        </p:spPr>
        <p:txBody>
          <a:bodyPr anchor="t"/>
          <a:lstStyle>
            <a:lvl1pPr algn="ctr">
              <a:defRPr sz="4800" b="0" cap="all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id-ID" cap="none"/>
              <a:t>Thank</a:t>
            </a:r>
            <a:r>
              <a:rPr lang="id-ID" cap="none">
                <a:latin typeface="Segoe UI Semibold" pitchFamily="34" charset="0"/>
              </a:rPr>
              <a:t>YOU</a:t>
            </a:r>
            <a:r>
              <a:rPr lang="id-ID" cap="none"/>
              <a:t>...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7030"/>
            <a:ext cx="10363200" cy="1499236"/>
          </a:xfrm>
        </p:spPr>
        <p:txBody>
          <a:bodyPr anchor="b"/>
          <a:lstStyle>
            <a:lvl1pPr marL="0" indent="0" algn="ctr">
              <a:buNone/>
              <a:defRPr sz="24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1554D-A6AE-4F53-9303-8B8191CAC18C}" type="datetimeFigureOut">
              <a:rPr lang="id-ID" smtClean="0"/>
              <a:pPr/>
              <a:t>18/03/25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AE806-390B-44E2-BEF9-C5E2CF818B5F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62244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7020" y="1600200"/>
            <a:ext cx="5342759" cy="4526280"/>
          </a:xfrm>
        </p:spPr>
        <p:txBody>
          <a:bodyPr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0877" y="1600200"/>
            <a:ext cx="5342759" cy="4526280"/>
          </a:xfrm>
        </p:spPr>
        <p:txBody>
          <a:bodyPr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54168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 CO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1811040" y="0"/>
            <a:ext cx="38096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680"/>
          </a:p>
        </p:txBody>
      </p:sp>
      <p:pic>
        <p:nvPicPr>
          <p:cNvPr id="1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62493" y="0"/>
            <a:ext cx="1492257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4953162" y="0"/>
            <a:ext cx="7245685" cy="3428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68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42966" y="1543037"/>
            <a:ext cx="3619525" cy="942982"/>
          </a:xfrm>
        </p:spPr>
        <p:txBody>
          <a:bodyPr anchor="b">
            <a:noAutofit/>
          </a:bodyPr>
          <a:lstStyle>
            <a:lvl1pPr algn="r">
              <a:defRPr sz="216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2992" y="342881"/>
            <a:ext cx="6953299" cy="6172243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>
              <a:buNone/>
              <a:defRPr sz="1440">
                <a:latin typeface="Consolas" pitchFamily="49" charset="0"/>
                <a:cs typeface="Consolas" pitchFamily="49" charset="0"/>
              </a:defRPr>
            </a:lvl1pPr>
            <a:lvl2pPr marL="327660" indent="0">
              <a:buNone/>
              <a:defRPr sz="1440">
                <a:solidFill>
                  <a:srgbClr val="0070C0"/>
                </a:solidFill>
                <a:latin typeface="Consolas" pitchFamily="49" charset="0"/>
                <a:cs typeface="Consolas" pitchFamily="49" charset="0"/>
              </a:defRPr>
            </a:lvl2pPr>
            <a:lvl3pPr marL="327660" indent="0">
              <a:buNone/>
              <a:defRPr sz="1440" baseline="0">
                <a:solidFill>
                  <a:schemeClr val="accent6">
                    <a:lumMod val="50000"/>
                  </a:schemeClr>
                </a:solidFill>
                <a:latin typeface="Consolas" pitchFamily="49" charset="0"/>
                <a:cs typeface="Consolas" pitchFamily="49" charset="0"/>
              </a:defRPr>
            </a:lvl3pPr>
            <a:lvl4pPr marL="327660" indent="0">
              <a:buNone/>
              <a:defRPr sz="1440">
                <a:latin typeface="Consolas" pitchFamily="49" charset="0"/>
                <a:cs typeface="Consolas" pitchFamily="49" charset="0"/>
              </a:defRPr>
            </a:lvl4pPr>
            <a:lvl5pPr marL="327660" indent="0">
              <a:buNone/>
              <a:defRPr sz="1440">
                <a:solidFill>
                  <a:srgbClr val="FF0000"/>
                </a:solidFill>
                <a:latin typeface="Consolas" pitchFamily="49" charset="0"/>
                <a:cs typeface="Consolas" pitchFamily="49" charset="0"/>
              </a:defRPr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7781" y="2571744"/>
            <a:ext cx="3622115" cy="3943378"/>
          </a:xfrm>
          <a:noFill/>
        </p:spPr>
        <p:txBody>
          <a:bodyPr>
            <a:normAutofit/>
          </a:bodyPr>
          <a:lstStyle>
            <a:lvl1pPr marL="215266" indent="-215266">
              <a:buNone/>
              <a:defRPr sz="1440">
                <a:latin typeface="Consolas" pitchFamily="49" charset="0"/>
                <a:cs typeface="Consolas" pitchFamily="49" charset="0"/>
              </a:defRPr>
            </a:lvl1pPr>
            <a:lvl2pPr marL="0" indent="0">
              <a:buNone/>
              <a:defRPr sz="2160">
                <a:solidFill>
                  <a:srgbClr val="0070C0"/>
                </a:solidFill>
              </a:defRPr>
            </a:lvl2pPr>
            <a:lvl3pPr marL="428626" indent="-215266">
              <a:buFont typeface="Arial" pitchFamily="34" charset="0"/>
              <a:buChar char="•"/>
              <a:defRPr sz="1920"/>
            </a:lvl3pPr>
            <a:lvl4pPr>
              <a:defRPr sz="1680"/>
            </a:lvl4pPr>
            <a:lvl5pPr>
              <a:defRPr sz="168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8"/>
          <p:cNvSpPr/>
          <p:nvPr/>
        </p:nvSpPr>
        <p:spPr>
          <a:xfrm>
            <a:off x="4953162" y="6515122"/>
            <a:ext cx="7245685" cy="3428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680"/>
          </a:p>
        </p:txBody>
      </p:sp>
    </p:spTree>
    <p:extLst>
      <p:ext uri="{BB962C8B-B14F-4D97-AF65-F5344CB8AC3E}">
        <p14:creationId xmlns:p14="http://schemas.microsoft.com/office/powerpoint/2010/main" val="282684675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 CO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7019" y="1600200"/>
            <a:ext cx="7059247" cy="4526280"/>
          </a:xfrm>
        </p:spPr>
        <p:txBody>
          <a:bodyPr>
            <a:normAutofit/>
          </a:bodyPr>
          <a:lstStyle>
            <a:lvl1pPr marL="0" indent="0">
              <a:buNone/>
              <a:defRPr sz="1440">
                <a:latin typeface="Consolas" pitchFamily="49" charset="0"/>
                <a:cs typeface="Consolas" pitchFamily="49" charset="0"/>
              </a:defRPr>
            </a:lvl1pPr>
            <a:lvl2pPr marL="327660" indent="0">
              <a:buNone/>
              <a:defRPr sz="1440">
                <a:solidFill>
                  <a:srgbClr val="0070C0"/>
                </a:solidFill>
                <a:latin typeface="Consolas" pitchFamily="49" charset="0"/>
                <a:cs typeface="Consolas" pitchFamily="49" charset="0"/>
              </a:defRPr>
            </a:lvl2pPr>
            <a:lvl3pPr marL="327660" indent="0">
              <a:buNone/>
              <a:defRPr sz="1440" baseline="0">
                <a:solidFill>
                  <a:schemeClr val="accent6">
                    <a:lumMod val="50000"/>
                  </a:schemeClr>
                </a:solidFill>
                <a:latin typeface="Consolas" pitchFamily="49" charset="0"/>
                <a:cs typeface="Consolas" pitchFamily="49" charset="0"/>
              </a:defRPr>
            </a:lvl3pPr>
            <a:lvl4pPr marL="327660" indent="0">
              <a:buNone/>
              <a:defRPr sz="1440">
                <a:latin typeface="Consolas" pitchFamily="49" charset="0"/>
                <a:cs typeface="Consolas" pitchFamily="49" charset="0"/>
              </a:defRPr>
            </a:lvl4pPr>
            <a:lvl5pPr marL="327660" indent="0">
              <a:buNone/>
              <a:defRPr sz="1440">
                <a:solidFill>
                  <a:srgbClr val="FF0000"/>
                </a:solidFill>
                <a:latin typeface="Consolas" pitchFamily="49" charset="0"/>
                <a:cs typeface="Consolas" pitchFamily="49" charset="0"/>
              </a:defRPr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15" y="1600200"/>
            <a:ext cx="3622115" cy="4526280"/>
          </a:xfrm>
          <a:solidFill>
            <a:srgbClr val="EAEAEA"/>
          </a:solidFill>
        </p:spPr>
        <p:txBody>
          <a:bodyPr>
            <a:normAutofit/>
          </a:bodyPr>
          <a:lstStyle>
            <a:lvl1pPr marL="215266" indent="-215266">
              <a:buNone/>
              <a:defRPr sz="1440">
                <a:latin typeface="Consolas" pitchFamily="49" charset="0"/>
                <a:cs typeface="Consolas" pitchFamily="49" charset="0"/>
              </a:defRPr>
            </a:lvl1pPr>
            <a:lvl2pPr marL="0" indent="0">
              <a:buNone/>
              <a:defRPr sz="2160">
                <a:solidFill>
                  <a:srgbClr val="0070C0"/>
                </a:solidFill>
              </a:defRPr>
            </a:lvl2pPr>
            <a:lvl3pPr marL="428626" indent="-215266">
              <a:buFont typeface="Arial" pitchFamily="34" charset="0"/>
              <a:buChar char="•"/>
              <a:defRPr sz="1920"/>
            </a:lvl3pPr>
            <a:lvl4pPr>
              <a:defRPr sz="1680"/>
            </a:lvl4pPr>
            <a:lvl5pPr>
              <a:defRPr sz="168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24491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430"/>
            <a:ext cx="5386917" cy="640080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5514"/>
            <a:ext cx="5386917" cy="3950970"/>
          </a:xfrm>
        </p:spPr>
        <p:txBody>
          <a:bodyPr/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6" y="1535430"/>
            <a:ext cx="5389033" cy="640080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6" y="2175514"/>
            <a:ext cx="5389033" cy="3950970"/>
          </a:xfrm>
        </p:spPr>
        <p:txBody>
          <a:bodyPr/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73239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993" y="1508392"/>
            <a:ext cx="3611691" cy="1162050"/>
          </a:xfrm>
        </p:spPr>
        <p:txBody>
          <a:bodyPr anchor="b"/>
          <a:lstStyle>
            <a:lvl1pPr algn="l">
              <a:defRPr sz="24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2416"/>
            <a:ext cx="6815667" cy="5854064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8993" y="2724282"/>
            <a:ext cx="3611691" cy="3402199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55465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6370" y="4766434"/>
            <a:ext cx="7755465" cy="601856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76371" y="365764"/>
            <a:ext cx="7755467" cy="43624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76371" y="5319910"/>
            <a:ext cx="7755472" cy="852294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72364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86055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05453" y="274321"/>
            <a:ext cx="2743200" cy="60823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70924" y="274321"/>
            <a:ext cx="5931328" cy="60823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53619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>
            <a:lvl1pPr marL="752476" indent="-436246">
              <a:spcBef>
                <a:spcPts val="2160"/>
              </a:spcBef>
              <a:defRPr sz="2880">
                <a:latin typeface="Gill Sans MT Condensed" pitchFamily="34" charset="0"/>
              </a:defRPr>
            </a:lvl1pPr>
            <a:lvl2pPr marL="1082040" indent="-329566">
              <a:spcBef>
                <a:spcPts val="0"/>
              </a:spcBef>
              <a:spcAft>
                <a:spcPts val="1440"/>
              </a:spcAft>
              <a:defRPr sz="2880">
                <a:solidFill>
                  <a:schemeClr val="bg1">
                    <a:lumMod val="50000"/>
                  </a:schemeClr>
                </a:solidFill>
                <a:effectLst/>
                <a:latin typeface="Gill Sans MT Condensed" pitchFamily="34" charset="0"/>
              </a:defRPr>
            </a:lvl2pPr>
            <a:lvl3pPr marL="1398270" indent="-300990">
              <a:defRPr sz="2880">
                <a:latin typeface="Gill Sans MT Condensed" pitchFamily="34" charset="0"/>
              </a:defRPr>
            </a:lvl3pPr>
            <a:lvl4pPr marL="1727836" indent="-329566">
              <a:defRPr>
                <a:latin typeface="Gill Sans MT Condensed" pitchFamily="34" charset="0"/>
              </a:defRPr>
            </a:lvl4pPr>
            <a:lvl5pPr marL="2044066" indent="-316230">
              <a:defRPr>
                <a:latin typeface="Gill Sans MT Condensed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1395666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5720137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AFE9AC9D-C5D9-41E9-4CB1-495C5981407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66" b="-1"/>
          <a:stretch/>
        </p:blipFill>
        <p:spPr>
          <a:xfrm>
            <a:off x="-64168" y="25620"/>
            <a:ext cx="12965581" cy="683238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751000" y="2859881"/>
            <a:ext cx="9422837" cy="114300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078232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2_Title Sl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 txBox="1"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785804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2_Title and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800"/>
              <a:buFont typeface="Quattrocento Sans"/>
              <a:buNone/>
              <a:defRPr sz="2800">
                <a:solidFill>
                  <a:srgbClr val="3A383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Quattrocento Sans"/>
              <a:buNone/>
              <a:defRPr sz="1200">
                <a:solidFill>
                  <a:srgbClr val="3F3F3F"/>
                </a:solidFill>
              </a:defRPr>
            </a:lvl1pPr>
            <a:lvl2pPr marL="914400" lvl="1" indent="-304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2pPr>
            <a:lvl3pPr marL="1371600" lvl="2" indent="-304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3pPr>
            <a:lvl4pPr marL="1828800" lvl="3" indent="-304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4pPr>
            <a:lvl5pPr marL="2286000" lvl="4" indent="-304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dt" idx="10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59595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ftr" idx="11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59595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sldNum" idx="12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581052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1_Section 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body" idx="1"/>
          </p:nvPr>
        </p:nvSpPr>
        <p:spPr>
          <a:xfrm>
            <a:off x="539496" y="2560320"/>
            <a:ext cx="9445752" cy="397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Quattrocento Sans"/>
              <a:buNone/>
              <a:defRPr sz="24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04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2pPr>
            <a:lvl3pPr marL="1371600" lvl="2" indent="-304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3pPr>
            <a:lvl4pPr marL="1828800" lvl="3" indent="-304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4pPr>
            <a:lvl5pPr marL="2286000" lvl="4" indent="-304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3532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jp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69021" y="274320"/>
            <a:ext cx="8759563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3144" y="1600200"/>
            <a:ext cx="10720552" cy="48195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5187" y="6508007"/>
            <a:ext cx="2844800" cy="2380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39098" y="6508007"/>
            <a:ext cx="5787697" cy="2380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31880" y="6508007"/>
            <a:ext cx="2844800" cy="2380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image2.jpg">
            <a:extLst>
              <a:ext uri="{FF2B5EF4-FFF2-40B4-BE49-F238E27FC236}">
                <a16:creationId xmlns:a16="http://schemas.microsoft.com/office/drawing/2014/main" id="{9787BA3B-9C75-D240-19C1-CCA3DEABD109}"/>
              </a:ext>
            </a:extLst>
          </p:cNvPr>
          <p:cNvPicPr/>
          <p:nvPr/>
        </p:nvPicPr>
        <p:blipFill>
          <a:blip r:embed="rId20"/>
          <a:srcRect/>
          <a:stretch>
            <a:fillRect/>
          </a:stretch>
        </p:blipFill>
        <p:spPr>
          <a:xfrm>
            <a:off x="1163144" y="91440"/>
            <a:ext cx="2878667" cy="731520"/>
          </a:xfrm>
          <a:prstGeom prst="rect">
            <a:avLst/>
          </a:prstGeom>
          <a:ln/>
        </p:spPr>
      </p:pic>
      <p:pic>
        <p:nvPicPr>
          <p:cNvPr id="11" name="image3.jpg">
            <a:extLst>
              <a:ext uri="{FF2B5EF4-FFF2-40B4-BE49-F238E27FC236}">
                <a16:creationId xmlns:a16="http://schemas.microsoft.com/office/drawing/2014/main" id="{13565980-1C7C-23DA-E507-4D1605024EA5}"/>
              </a:ext>
            </a:extLst>
          </p:cNvPr>
          <p:cNvPicPr/>
          <p:nvPr/>
        </p:nvPicPr>
        <p:blipFill>
          <a:blip r:embed="rId21"/>
          <a:srcRect/>
          <a:stretch>
            <a:fillRect/>
          </a:stretch>
        </p:blipFill>
        <p:spPr>
          <a:xfrm>
            <a:off x="248611" y="-66637"/>
            <a:ext cx="762000" cy="409956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33532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</p:sldLayoutIdLst>
  <p:hf sldNum="0" hdr="0" ftr="0" dt="0"/>
  <p:txStyles>
    <p:titleStyle>
      <a:lvl1pPr algn="r" defTabSz="1097280" rtl="0" eaLnBrk="1" latinLnBrk="0" hangingPunct="1">
        <a:spcBef>
          <a:spcPct val="0"/>
        </a:spcBef>
        <a:buNone/>
        <a:defRPr sz="3360" b="1" kern="1200" cap="small" baseline="0">
          <a:solidFill>
            <a:schemeClr val="accent6">
              <a:lumMod val="75000"/>
            </a:schemeClr>
          </a:solidFill>
          <a:effectLst/>
          <a:latin typeface="Segoe UI Light" pitchFamily="34" charset="0"/>
          <a:ea typeface="+mj-ea"/>
          <a:cs typeface="+mj-cs"/>
        </a:defRPr>
      </a:lvl1pPr>
    </p:titleStyle>
    <p:bodyStyle>
      <a:lvl1pPr marL="411480" indent="-411480" algn="l" defTabSz="1097280" rtl="0" eaLnBrk="1" latinLnBrk="0" hangingPunct="1">
        <a:spcBef>
          <a:spcPct val="20000"/>
        </a:spcBef>
        <a:buFont typeface="Courier New" pitchFamily="49" charset="0"/>
        <a:buChar char="o"/>
        <a:defRPr sz="3360" kern="1200">
          <a:solidFill>
            <a:schemeClr val="tx1"/>
          </a:solidFill>
          <a:latin typeface="Gill Sans MT Condensed" pitchFamily="34" charset="0"/>
          <a:ea typeface="+mn-ea"/>
          <a:cs typeface="+mn-cs"/>
        </a:defRPr>
      </a:lvl1pPr>
      <a:lvl2pPr marL="891540" indent="-342900" algn="l" defTabSz="1097280" rtl="0" eaLnBrk="1" latinLnBrk="0" hangingPunct="1">
        <a:spcBef>
          <a:spcPct val="20000"/>
        </a:spcBef>
        <a:buFont typeface="Arial" pitchFamily="34" charset="0"/>
        <a:buChar char="•"/>
        <a:defRPr sz="2880" kern="1200">
          <a:solidFill>
            <a:schemeClr val="accent6"/>
          </a:solidFill>
          <a:latin typeface="Gill Sans MT Condensed" pitchFamily="34" charset="0"/>
          <a:ea typeface="+mn-ea"/>
          <a:cs typeface="+mn-cs"/>
        </a:defRPr>
      </a:lvl2pPr>
      <a:lvl3pPr marL="1371600" indent="-274320" algn="l" defTabSz="1097280" rtl="0" eaLnBrk="1" latinLnBrk="0" hangingPunct="1">
        <a:spcBef>
          <a:spcPct val="20000"/>
        </a:spcBef>
        <a:buFont typeface="Wingdings" pitchFamily="2" charset="2"/>
        <a:buChar char="ü"/>
        <a:defRPr sz="2400" kern="1200">
          <a:solidFill>
            <a:schemeClr val="tx1"/>
          </a:solidFill>
          <a:latin typeface="Gill Sans MT Condensed" pitchFamily="34" charset="0"/>
          <a:ea typeface="+mn-ea"/>
          <a:cs typeface="+mn-cs"/>
        </a:defRPr>
      </a:lvl3pPr>
      <a:lvl4pPr marL="1920240" indent="-274320" algn="l" defTabSz="1097280" rtl="0" eaLnBrk="1" latinLnBrk="0" hangingPunct="1">
        <a:spcBef>
          <a:spcPct val="20000"/>
        </a:spcBef>
        <a:buFont typeface="Courier New" pitchFamily="49" charset="0"/>
        <a:buChar char="o"/>
        <a:defRPr sz="2160" kern="1200">
          <a:solidFill>
            <a:schemeClr val="tx1"/>
          </a:solidFill>
          <a:latin typeface="Gill Sans MT Condensed" pitchFamily="34" charset="0"/>
          <a:ea typeface="+mn-ea"/>
          <a:cs typeface="+mn-cs"/>
        </a:defRPr>
      </a:lvl4pPr>
      <a:lvl5pPr marL="2468880" indent="-274320" algn="l" defTabSz="1097280" rtl="0" eaLnBrk="1" latinLnBrk="0" hangingPunct="1">
        <a:spcBef>
          <a:spcPct val="20000"/>
        </a:spcBef>
        <a:buFont typeface="Courier New" pitchFamily="49" charset="0"/>
        <a:buChar char="o"/>
        <a:defRPr sz="2160" kern="1200">
          <a:solidFill>
            <a:schemeClr val="tx1"/>
          </a:solidFill>
          <a:latin typeface="Gill Sans MT Condensed" pitchFamily="34" charset="0"/>
          <a:ea typeface="+mn-ea"/>
          <a:cs typeface="+mn-cs"/>
        </a:defRPr>
      </a:lvl5pPr>
      <a:lvl6pPr marL="301752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"/>
          <p:cNvSpPr txBox="1">
            <a:spLocks noGrp="1"/>
          </p:cNvSpPr>
          <p:nvPr>
            <p:ph type="title"/>
          </p:nvPr>
        </p:nvSpPr>
        <p:spPr>
          <a:xfrm>
            <a:off x="838200" y="1542942"/>
            <a:ext cx="105156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Quattrocento Sans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Pemrograman Berorientasi Objek</a:t>
            </a:r>
            <a:endParaRPr sz="3200" b="1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" name="Google Shape;57;p3">
            <a:extLst>
              <a:ext uri="{FF2B5EF4-FFF2-40B4-BE49-F238E27FC236}">
                <a16:creationId xmlns:a16="http://schemas.microsoft.com/office/drawing/2014/main" id="{23A5FA6A-DBE3-4575-3B14-10823301462A}"/>
              </a:ext>
            </a:extLst>
          </p:cNvPr>
          <p:cNvSpPr txBox="1">
            <a:spLocks/>
          </p:cNvSpPr>
          <p:nvPr/>
        </p:nvSpPr>
        <p:spPr>
          <a:xfrm>
            <a:off x="1205186" y="1222902"/>
            <a:ext cx="8582281" cy="64008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>
            <a:lvl1pPr lvl="0" algn="l" defTabSz="109728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360" b="1" kern="1200" cap="small" baseline="0">
                <a:solidFill>
                  <a:schemeClr val="accent6">
                    <a:lumMod val="75000"/>
                  </a:schemeClr>
                </a:solidFill>
                <a:effectLst/>
                <a:latin typeface="Segoe UI Light" pitchFamily="34" charset="0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buClr>
                <a:srgbClr val="3A3838"/>
              </a:buClr>
              <a:buSzPts val="2800"/>
              <a:buFont typeface="Quattrocento Sans"/>
              <a:buNone/>
            </a:pPr>
            <a:r>
              <a:rPr lang="en-US" dirty="0">
                <a:latin typeface="Quattrocento Sans"/>
                <a:ea typeface="Quattrocento Sans"/>
                <a:cs typeface="Quattrocento Sans"/>
                <a:sym typeface="Quattrocento Sans"/>
              </a:rPr>
              <a:t>PEMROGRAMAN BERORIENTASI OBJEK</a:t>
            </a:r>
          </a:p>
        </p:txBody>
      </p:sp>
      <p:sp>
        <p:nvSpPr>
          <p:cNvPr id="3" name="Google Shape;46;p2">
            <a:extLst>
              <a:ext uri="{FF2B5EF4-FFF2-40B4-BE49-F238E27FC236}">
                <a16:creationId xmlns:a16="http://schemas.microsoft.com/office/drawing/2014/main" id="{9CA868FB-541F-4853-7D64-F64562589DD3}"/>
              </a:ext>
            </a:extLst>
          </p:cNvPr>
          <p:cNvSpPr txBox="1">
            <a:spLocks/>
          </p:cNvSpPr>
          <p:nvPr/>
        </p:nvSpPr>
        <p:spPr>
          <a:xfrm>
            <a:off x="1205186" y="1936642"/>
            <a:ext cx="8294414" cy="64008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>
            <a:lvl1pPr lvl="0" algn="l" defTabSz="109728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360" b="1" kern="1200" cap="small" baseline="0">
                <a:solidFill>
                  <a:schemeClr val="accent6">
                    <a:lumMod val="75000"/>
                  </a:schemeClr>
                </a:solidFill>
                <a:effectLst/>
                <a:latin typeface="Segoe UI Light" pitchFamily="34" charset="0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buClr>
                <a:srgbClr val="3A3838"/>
              </a:buClr>
              <a:buSzPts val="2800"/>
              <a:buFont typeface="Quattrocento Sans"/>
              <a:buNone/>
            </a:pPr>
            <a:r>
              <a:rPr lang="en-US" dirty="0">
                <a:latin typeface="Quattrocento Sans"/>
                <a:ea typeface="Quattrocento Sans"/>
                <a:cs typeface="Quattrocento Sans"/>
                <a:sym typeface="Quattrocento Sans"/>
              </a:rPr>
              <a:t>PACKAGE, ABSTRACT dan INTERFACE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26625" y="321173"/>
            <a:ext cx="2765375" cy="271407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"/>
          <p:cNvSpPr txBox="1">
            <a:spLocks noGrp="1"/>
          </p:cNvSpPr>
          <p:nvPr>
            <p:ph type="title"/>
          </p:nvPr>
        </p:nvSpPr>
        <p:spPr>
          <a:xfrm>
            <a:off x="959065" y="687080"/>
            <a:ext cx="687711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800"/>
              <a:buFont typeface="Quattrocento Sans"/>
              <a:buNone/>
            </a:pPr>
            <a:r>
              <a:rPr lang="en-US" dirty="0"/>
              <a:t>PENGENALAN</a:t>
            </a:r>
            <a:endParaRPr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7" name="Google Shape;47;p2"/>
          <p:cNvSpPr txBox="1"/>
          <p:nvPr/>
        </p:nvSpPr>
        <p:spPr>
          <a:xfrm>
            <a:off x="541610" y="1524708"/>
            <a:ext cx="4321704" cy="3871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3F3F3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959065" y="1558843"/>
            <a:ext cx="10727752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Pada </a:t>
            </a:r>
            <a:r>
              <a:rPr lang="en-US" sz="3600" b="0" i="0" u="none" strike="noStrike" cap="none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saat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b="0" i="0" u="none" strike="noStrike" cap="none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kita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b="0" i="0" u="none" strike="noStrike" cap="none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mendengar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kata yang </a:t>
            </a:r>
            <a:r>
              <a:rPr lang="en-US" sz="3600" b="0" i="0" u="none" strike="noStrike" cap="none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masih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b="0" i="0" u="none" strike="noStrike" cap="none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umum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b="0" i="0" u="none" strike="noStrike" cap="none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seperti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“</a:t>
            </a:r>
            <a:r>
              <a:rPr lang="en-US" sz="3600" b="0" i="0" u="none" strike="noStrike" cap="none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Kendaraan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”, </a:t>
            </a:r>
            <a:r>
              <a:rPr lang="en-US" sz="3600" b="0" i="0" u="none" strike="noStrike" cap="none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maka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b="0" i="0" u="none" strike="noStrike" cap="none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apa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yang </a:t>
            </a:r>
            <a:r>
              <a:rPr lang="en-US" sz="3600" b="0" i="0" u="none" strike="noStrike" cap="none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terlintas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b="0" i="0" u="none" strike="noStrike" cap="none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dalam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b="0" i="0" u="none" strike="noStrike" cap="none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benak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dan </a:t>
            </a:r>
            <a:r>
              <a:rPr lang="en-US" sz="3600" b="0" i="0" u="none" strike="noStrike" cap="none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pikiran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?</a:t>
            </a:r>
            <a:endParaRPr sz="36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49" name="Google Shape;49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9065" y="3650714"/>
            <a:ext cx="299085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74811" y="3990267"/>
            <a:ext cx="298132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85035" y="3765014"/>
            <a:ext cx="2247900" cy="15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26625" y="321173"/>
            <a:ext cx="2765375" cy="27140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3"/>
          <p:cNvSpPr txBox="1">
            <a:spLocks noGrp="1"/>
          </p:cNvSpPr>
          <p:nvPr>
            <p:ph type="title"/>
          </p:nvPr>
        </p:nvSpPr>
        <p:spPr>
          <a:xfrm>
            <a:off x="1018919" y="620892"/>
            <a:ext cx="687711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800"/>
              <a:buFont typeface="Quattrocento Sans"/>
              <a:buNone/>
            </a:pPr>
            <a:r>
              <a:rPr lang="en-US" dirty="0"/>
              <a:t>DEFINISI</a:t>
            </a:r>
            <a:endParaRPr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" name="Google Shape;58;p3"/>
          <p:cNvSpPr txBox="1"/>
          <p:nvPr/>
        </p:nvSpPr>
        <p:spPr>
          <a:xfrm>
            <a:off x="541610" y="1524708"/>
            <a:ext cx="4321704" cy="3871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endParaRPr sz="1200">
              <a:solidFill>
                <a:srgbClr val="3F3F3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9" name="Google Shape;59;p3"/>
          <p:cNvSpPr txBox="1"/>
          <p:nvPr/>
        </p:nvSpPr>
        <p:spPr>
          <a:xfrm>
            <a:off x="1030025" y="1752307"/>
            <a:ext cx="10727752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✔"/>
            </a:pP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Class Abstract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adalah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sebuah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class yang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masih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dalam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kondisi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abstract,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karena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itu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class abstract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tidak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dapat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dibuat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langsung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menjadi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sebuah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objek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dirty="0"/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✔"/>
            </a:pP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Sebuah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class agar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disebut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sebagai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class abstract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maka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setidaknya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memiliki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satu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atau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lebih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method abstract</a:t>
            </a:r>
            <a:endParaRPr sz="36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26625" y="321173"/>
            <a:ext cx="2765375" cy="271407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4"/>
          <p:cNvSpPr txBox="1">
            <a:spLocks noGrp="1"/>
          </p:cNvSpPr>
          <p:nvPr>
            <p:ph type="title"/>
          </p:nvPr>
        </p:nvSpPr>
        <p:spPr>
          <a:xfrm>
            <a:off x="1060677" y="708804"/>
            <a:ext cx="687711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800"/>
              <a:buFont typeface="Quattrocento Sans"/>
              <a:buNone/>
            </a:pPr>
            <a:r>
              <a:rPr lang="en-US" dirty="0"/>
              <a:t>METHOD ABSTRACT</a:t>
            </a:r>
            <a:endParaRPr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4" name="Google Shape;74;p4"/>
          <p:cNvSpPr txBox="1"/>
          <p:nvPr/>
        </p:nvSpPr>
        <p:spPr>
          <a:xfrm>
            <a:off x="1057361" y="1398080"/>
            <a:ext cx="10727752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Method abstract </a:t>
            </a:r>
            <a:r>
              <a:rPr lang="en-US" sz="28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adalah</a:t>
            </a:r>
            <a:r>
              <a:rPr lang="en-US" sz="2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sebuah</a:t>
            </a:r>
            <a:r>
              <a:rPr lang="en-US" sz="2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method yang </a:t>
            </a:r>
            <a:r>
              <a:rPr lang="en-US" sz="28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tidak</a:t>
            </a:r>
            <a:r>
              <a:rPr lang="en-US" sz="2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memiliki</a:t>
            </a:r>
            <a:r>
              <a:rPr lang="en-US" sz="2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implementasi</a:t>
            </a:r>
            <a:r>
              <a:rPr lang="en-US" sz="2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program </a:t>
            </a:r>
            <a:r>
              <a:rPr lang="en-US" sz="28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atau</a:t>
            </a:r>
            <a:r>
              <a:rPr lang="en-US" sz="2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tidak</a:t>
            </a:r>
            <a:r>
              <a:rPr lang="en-US" sz="2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memiliki</a:t>
            </a:r>
            <a:r>
              <a:rPr lang="en-US" sz="2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isi</a:t>
            </a:r>
            <a:r>
              <a:rPr lang="en-US" sz="2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program, </a:t>
            </a:r>
            <a:r>
              <a:rPr lang="en-US" sz="28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hanya</a:t>
            </a:r>
            <a:r>
              <a:rPr lang="en-US" sz="2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berupa</a:t>
            </a:r>
            <a:r>
              <a:rPr lang="en-US" sz="2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namanya</a:t>
            </a:r>
            <a:r>
              <a:rPr lang="en-US" sz="2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saja</a:t>
            </a:r>
            <a:endParaRPr sz="2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75" name="Google Shape;75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07416" y="2832271"/>
            <a:ext cx="5192964" cy="35776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26625" y="321173"/>
            <a:ext cx="2765375" cy="27140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5"/>
          <p:cNvSpPr txBox="1">
            <a:spLocks noGrp="1"/>
          </p:cNvSpPr>
          <p:nvPr>
            <p:ph type="title"/>
          </p:nvPr>
        </p:nvSpPr>
        <p:spPr>
          <a:xfrm>
            <a:off x="1180964" y="620892"/>
            <a:ext cx="687711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800"/>
              <a:buFont typeface="Quattrocento Sans"/>
              <a:buNone/>
            </a:pPr>
            <a:r>
              <a:rPr lang="en-US" dirty="0"/>
              <a:t>PENGGUNAAN</a:t>
            </a:r>
            <a:endParaRPr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2" name="Google Shape;82;p5"/>
          <p:cNvSpPr txBox="1"/>
          <p:nvPr/>
        </p:nvSpPr>
        <p:spPr>
          <a:xfrm>
            <a:off x="541610" y="1524708"/>
            <a:ext cx="4321704" cy="3871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endParaRPr sz="1200">
              <a:solidFill>
                <a:srgbClr val="3F3F3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1088367" y="1481090"/>
            <a:ext cx="10727752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✔"/>
            </a:pP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Class abstract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biasanya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digunakan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sebagai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class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induk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dari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class-class yang lain. Class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anak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akan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membuat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versi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konkrit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dari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class abstract.</a:t>
            </a:r>
            <a:endParaRPr sz="36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26625" y="321173"/>
            <a:ext cx="2765375" cy="27140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6"/>
          <p:cNvSpPr txBox="1">
            <a:spLocks noGrp="1"/>
          </p:cNvSpPr>
          <p:nvPr>
            <p:ph type="title"/>
          </p:nvPr>
        </p:nvSpPr>
        <p:spPr>
          <a:xfrm>
            <a:off x="1215688" y="595709"/>
            <a:ext cx="687711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800"/>
              <a:buFont typeface="Quattrocento Sans"/>
              <a:buNone/>
            </a:pPr>
            <a:r>
              <a:rPr lang="en-US"/>
              <a:t>PEMBUATAN CLASS ABSTRACT</a:t>
            </a:r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0" name="Google Shape;90;p6"/>
          <p:cNvSpPr txBox="1"/>
          <p:nvPr/>
        </p:nvSpPr>
        <p:spPr>
          <a:xfrm>
            <a:off x="541610" y="1524708"/>
            <a:ext cx="4321704" cy="3871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endParaRPr sz="1200">
              <a:solidFill>
                <a:srgbClr val="3F3F3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91" name="Google Shape;91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82405" y="1306421"/>
            <a:ext cx="7705059" cy="271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82404" y="4091128"/>
            <a:ext cx="7182861" cy="2599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26625" y="321173"/>
            <a:ext cx="2765375" cy="27140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7"/>
          <p:cNvSpPr txBox="1">
            <a:spLocks noGrp="1"/>
          </p:cNvSpPr>
          <p:nvPr>
            <p:ph type="title"/>
          </p:nvPr>
        </p:nvSpPr>
        <p:spPr>
          <a:xfrm>
            <a:off x="1261987" y="620877"/>
            <a:ext cx="687711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800"/>
              <a:buFont typeface="Quattrocento Sans"/>
              <a:buNone/>
            </a:pPr>
            <a:r>
              <a:rPr lang="en-US" dirty="0"/>
              <a:t>INTERFACE</a:t>
            </a:r>
            <a:endParaRPr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9" name="Google Shape;99;p7"/>
          <p:cNvSpPr txBox="1"/>
          <p:nvPr/>
        </p:nvSpPr>
        <p:spPr>
          <a:xfrm>
            <a:off x="541610" y="1524708"/>
            <a:ext cx="4321704" cy="3871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endParaRPr sz="1200">
              <a:solidFill>
                <a:srgbClr val="3F3F3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0" name="Google Shape;100;p7"/>
          <p:cNvSpPr txBox="1"/>
          <p:nvPr/>
        </p:nvSpPr>
        <p:spPr>
          <a:xfrm>
            <a:off x="1062900" y="1560153"/>
            <a:ext cx="1112910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✔"/>
            </a:pP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Interface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adalah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sebuah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konsep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yang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digunakan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untuk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menangani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multiple inheritance (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pewarisan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pada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banyak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parent class). </a:t>
            </a:r>
            <a:endParaRPr dirty="0"/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✔"/>
            </a:pP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Konsep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multiple inheritance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tidak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diperbolehkan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pada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pemrograman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Java,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karena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setiap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child class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adalah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turunan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dari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1 parent class. Oleh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karena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itu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disediakan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sebuah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konsep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interface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untuk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menggantikannya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sz="36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26625" y="321173"/>
            <a:ext cx="2765375" cy="271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8"/>
          <p:cNvSpPr txBox="1">
            <a:spLocks noGrp="1"/>
          </p:cNvSpPr>
          <p:nvPr>
            <p:ph type="title"/>
          </p:nvPr>
        </p:nvSpPr>
        <p:spPr>
          <a:xfrm>
            <a:off x="1157815" y="708804"/>
            <a:ext cx="687711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800"/>
              <a:buFont typeface="Quattrocento Sans"/>
              <a:buNone/>
            </a:pPr>
            <a:r>
              <a:rPr lang="en-US" dirty="0"/>
              <a:t>PERBEDAAN INTERFACE DAN ABSTRACT</a:t>
            </a:r>
            <a:endParaRPr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7" name="Google Shape;107;p8"/>
          <p:cNvSpPr txBox="1"/>
          <p:nvPr/>
        </p:nvSpPr>
        <p:spPr>
          <a:xfrm>
            <a:off x="1062817" y="1557229"/>
            <a:ext cx="11129183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✔"/>
            </a:pP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Pada class abstract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dapat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membuat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properti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atau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variabel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sedangkan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interface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hanya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variabel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dan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konstanta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harus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beserta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inisialisasi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value</a:t>
            </a:r>
            <a:endParaRPr dirty="0"/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✔"/>
            </a:pP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Pada class abstract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dapat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mengimplementasikan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kode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method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seperti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class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biasa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sedangkan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interface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harus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menggunakan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default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26625" y="321173"/>
            <a:ext cx="2765375" cy="271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9"/>
          <p:cNvSpPr txBox="1">
            <a:spLocks noGrp="1"/>
          </p:cNvSpPr>
          <p:nvPr>
            <p:ph type="title"/>
          </p:nvPr>
        </p:nvSpPr>
        <p:spPr>
          <a:xfrm>
            <a:off x="1250412" y="708804"/>
            <a:ext cx="687711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800"/>
              <a:buFont typeface="Quattrocento Sans"/>
              <a:buNone/>
            </a:pPr>
            <a:r>
              <a:rPr lang="en-US" dirty="0"/>
              <a:t>PERBEDAAN INTERFACE DAN ABSTRACT</a:t>
            </a:r>
            <a:endParaRPr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4" name="Google Shape;114;p9"/>
          <p:cNvSpPr txBox="1"/>
          <p:nvPr/>
        </p:nvSpPr>
        <p:spPr>
          <a:xfrm>
            <a:off x="1062817" y="1720840"/>
            <a:ext cx="11129183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✔"/>
            </a:pP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Pada class abstract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dapat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memiliki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member private dan protected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sedangkan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interface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harus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public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atau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default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semua</a:t>
            </a:r>
            <a:endParaRPr dirty="0"/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✔"/>
            </a:pP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Class abstract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diimpelentasikan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dengan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pewarisan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(extends)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sedangkan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interface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menggunakan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implements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26625" y="321173"/>
            <a:ext cx="2765375" cy="271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0"/>
          <p:cNvSpPr txBox="1">
            <a:spLocks noGrp="1"/>
          </p:cNvSpPr>
          <p:nvPr>
            <p:ph type="title"/>
          </p:nvPr>
        </p:nvSpPr>
        <p:spPr>
          <a:xfrm>
            <a:off x="1076792" y="708804"/>
            <a:ext cx="687711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800"/>
              <a:buFont typeface="Quattrocento Sans"/>
              <a:buNone/>
            </a:pPr>
            <a:r>
              <a:rPr lang="en-US" dirty="0"/>
              <a:t>ATURAN PENULISAN INTERFACE</a:t>
            </a:r>
            <a:endParaRPr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1" name="Google Shape;121;p10"/>
          <p:cNvSpPr txBox="1"/>
          <p:nvPr/>
        </p:nvSpPr>
        <p:spPr>
          <a:xfrm>
            <a:off x="1076792" y="1678210"/>
            <a:ext cx="11129183" cy="397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✔"/>
            </a:pP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Menggunakan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keyword interface</a:t>
            </a:r>
            <a:endParaRPr dirty="0"/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✔"/>
            </a:pP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Pembuatan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variabel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harus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disertai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inisialisasi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value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nya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seperti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int MAX_VOLUME = 100,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tidak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boleh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jika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hanya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int MAX_VOLUME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saja</a:t>
            </a:r>
            <a:endParaRPr dirty="0"/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✔"/>
            </a:pP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Class yang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mengimplementasikan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interface,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harus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mengimplementasikan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semua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method yang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dimiliki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oleh interface,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tidak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boleh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kurang</a:t>
            </a:r>
            <a:r>
              <a:rPr lang="en-US" sz="36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26625" y="321173"/>
            <a:ext cx="2765375" cy="271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800"/>
              <a:buFont typeface="Quattrocento Sans"/>
              <a:buNone/>
            </a:pPr>
            <a:r>
              <a:rPr lang="en-US"/>
              <a:t>ATURAN PENULISAN INTERFACE</a:t>
            </a:r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8" name="Google Shape;128;p11"/>
          <p:cNvSpPr txBox="1"/>
          <p:nvPr/>
        </p:nvSpPr>
        <p:spPr>
          <a:xfrm>
            <a:off x="521206" y="1348884"/>
            <a:ext cx="11129183" cy="397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✔"/>
            </a:pPr>
            <a:r>
              <a:rPr lang="en-US" sz="3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Jangan memberikan modifier private ataupun protected pada method dan konstanta yang ada di dalam interface.</a:t>
            </a:r>
            <a:endParaRPr/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✔"/>
            </a:pPr>
            <a:r>
              <a:rPr lang="en-US" sz="3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Interface tidak bisa dibuat objek instance-nya dengan kata kunci new.</a:t>
            </a:r>
            <a:endParaRPr/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✔"/>
            </a:pPr>
            <a:r>
              <a:rPr lang="en-US" sz="3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	Cara mengimplentasikan class interface menggunakan keyword implements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>
                <a:latin typeface="Quattrocento Sans"/>
                <a:ea typeface="Quattrocento Sans"/>
                <a:cs typeface="Quattrocento Sans"/>
                <a:sym typeface="Quattrocento Sans"/>
              </a:rPr>
              <a:t>SELESAI</a:t>
            </a:r>
            <a:endParaRPr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D7CD43E-A663-A148-A8D5-C25E7F0F72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L NEW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2. Slide - Class dan Object</Template>
  <TotalTime>1189</TotalTime>
  <Words>342</Words>
  <Application>Microsoft Macintosh PowerPoint</Application>
  <PresentationFormat>Widescreen</PresentationFormat>
  <Paragraphs>34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Quattrocento Sans</vt:lpstr>
      <vt:lpstr>Calibri</vt:lpstr>
      <vt:lpstr>Segoe UI Semibold</vt:lpstr>
      <vt:lpstr>Wingdings</vt:lpstr>
      <vt:lpstr>Courier New</vt:lpstr>
      <vt:lpstr>Segoe UI Light</vt:lpstr>
      <vt:lpstr>Gill Sans MT Condensed</vt:lpstr>
      <vt:lpstr>Noto Sans Symbols</vt:lpstr>
      <vt:lpstr>Arial</vt:lpstr>
      <vt:lpstr>Consolas</vt:lpstr>
      <vt:lpstr>BOL NEW</vt:lpstr>
      <vt:lpstr>Pemrograman Berorientasi Objek</vt:lpstr>
      <vt:lpstr>PENGENALAN</vt:lpstr>
      <vt:lpstr>DEFINISI</vt:lpstr>
      <vt:lpstr>METHOD ABSTRACT</vt:lpstr>
      <vt:lpstr>PENGGUNAAN</vt:lpstr>
      <vt:lpstr>PEMBUATAN CLASS ABSTRACT</vt:lpstr>
      <vt:lpstr>INTERFACE</vt:lpstr>
      <vt:lpstr>PERBEDAAN INTERFACE DAN ABSTRACT</vt:lpstr>
      <vt:lpstr>PERBEDAAN INTERFACE DAN ABSTRACT</vt:lpstr>
      <vt:lpstr>ATURAN PENULISAN INTERFACE</vt:lpstr>
      <vt:lpstr>ATURAN PENULISAN INTERFACE</vt:lpstr>
      <vt:lpstr>SELESAI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aluns_000</dc:creator>
  <cp:lastModifiedBy>office38889</cp:lastModifiedBy>
  <cp:revision>2</cp:revision>
  <dcterms:created xsi:type="dcterms:W3CDTF">2020-10-07T02:02:11Z</dcterms:created>
  <dcterms:modified xsi:type="dcterms:W3CDTF">2025-03-19T01:51:21Z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